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41101"/>
            <a:ext cx="18287999" cy="100458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985" y="1120550"/>
            <a:ext cx="11244746" cy="730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076" y="3285103"/>
            <a:ext cx="10852785" cy="467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atoday.in/diu/story/selling-to-private-traders-or-mandis-why-farmers-are-on-the-edge-1748928-2020-12-1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hyperlink" Target="https://www.indiatoday.in/diu/story/indian-agriculture-debt-data-msp-farmers-protest-1878975-2021-11-2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11" Type="http://schemas.openxmlformats.org/officeDocument/2006/relationships/image" Target="../media/image20.jpg"/><Relationship Id="rId5" Type="http://schemas.openxmlformats.org/officeDocument/2006/relationships/image" Target="../media/image14.jpg"/><Relationship Id="rId10" Type="http://schemas.openxmlformats.org/officeDocument/2006/relationships/image" Target="../media/image19.jpg"/><Relationship Id="rId4" Type="http://schemas.openxmlformats.org/officeDocument/2006/relationships/image" Target="../media/image13.png"/><Relationship Id="rId9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41101"/>
            <a:ext cx="18288000" cy="10046335"/>
            <a:chOff x="0" y="241101"/>
            <a:chExt cx="18288000" cy="10046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997" y="4881207"/>
              <a:ext cx="85725" cy="857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997" y="5662257"/>
              <a:ext cx="85725" cy="85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997" y="6052782"/>
              <a:ext cx="85725" cy="85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997" y="6443307"/>
              <a:ext cx="85725" cy="857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02122" y="1974431"/>
            <a:ext cx="11895455" cy="7005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Krishi</a:t>
            </a:r>
            <a:r>
              <a:rPr sz="2200" b="1" spc="5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Era</a:t>
            </a:r>
            <a:r>
              <a:rPr sz="2200" b="1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AI</a:t>
            </a:r>
            <a:r>
              <a:rPr sz="2200" b="1" spc="5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:</a:t>
            </a:r>
            <a:r>
              <a:rPr sz="2200" b="1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An</a:t>
            </a:r>
            <a:r>
              <a:rPr sz="2200" b="1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AI</a:t>
            </a:r>
            <a:r>
              <a:rPr sz="2200" b="1" spc="5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Orchestrated</a:t>
            </a:r>
            <a:r>
              <a:rPr sz="2200" b="1" spc="5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Rural</a:t>
            </a:r>
            <a:r>
              <a:rPr sz="2200" b="1" spc="5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Resource</a:t>
            </a:r>
            <a:r>
              <a:rPr sz="2200" b="1" spc="5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&amp;</a:t>
            </a:r>
            <a:r>
              <a:rPr sz="2200" b="1" spc="5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Market</a:t>
            </a:r>
            <a:r>
              <a:rPr sz="2200" b="1" spc="5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Intelligence</a:t>
            </a:r>
            <a:r>
              <a:rPr sz="2200" b="1" spc="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202629"/>
                </a:solidFill>
                <a:latin typeface="Arial"/>
                <a:cs typeface="Arial"/>
              </a:rPr>
              <a:t>Platform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200">
              <a:latin typeface="Arial"/>
              <a:cs typeface="Arial"/>
            </a:endParaRPr>
          </a:p>
          <a:p>
            <a:pPr marL="12700" marR="13335">
              <a:lnSpc>
                <a:spcPct val="116500"/>
              </a:lnSpc>
            </a:pP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It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is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is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an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end-to-end,</a:t>
            </a:r>
            <a:r>
              <a:rPr sz="2200" spc="-8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AI-powered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web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applicationthat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transforms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how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agricultural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resources</a:t>
            </a:r>
            <a:r>
              <a:rPr sz="2200" spc="5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are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planned,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how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produce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is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sold,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how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rural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livelihoods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are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enabled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without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owning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farms,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trucks,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or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warehouses.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We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do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not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own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the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supply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chain,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we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make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the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supply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chain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intelligent.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What</a:t>
            </a:r>
            <a:r>
              <a:rPr sz="2200" b="1" spc="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Krishi</a:t>
            </a:r>
            <a:r>
              <a:rPr sz="2200" b="1" spc="5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Era</a:t>
            </a:r>
            <a:r>
              <a:rPr sz="2200" b="1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AI</a:t>
            </a:r>
            <a:r>
              <a:rPr sz="2200" b="1" spc="5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202629"/>
                </a:solidFill>
                <a:latin typeface="Arial"/>
                <a:cs typeface="Arial"/>
              </a:rPr>
              <a:t>Does</a:t>
            </a:r>
            <a:endParaRPr sz="2200">
              <a:latin typeface="Arial"/>
              <a:cs typeface="Arial"/>
            </a:endParaRPr>
          </a:p>
          <a:p>
            <a:pPr marL="495934" marR="732155">
              <a:lnSpc>
                <a:spcPct val="116500"/>
              </a:lnSpc>
            </a:pP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Optimizes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resource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utilization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for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farmers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using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weather,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harvest,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storage,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timing intelligence</a:t>
            </a:r>
            <a:endParaRPr sz="2200">
              <a:latin typeface="Arial MT"/>
              <a:cs typeface="Arial MT"/>
            </a:endParaRPr>
          </a:p>
          <a:p>
            <a:pPr marL="495934">
              <a:lnSpc>
                <a:spcPct val="100000"/>
              </a:lnSpc>
              <a:spcBef>
                <a:spcPts val="434"/>
              </a:spcBef>
            </a:pP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Enables</a:t>
            </a:r>
            <a:r>
              <a:rPr sz="2200" spc="2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fair,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data-driven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price</a:t>
            </a:r>
            <a:r>
              <a:rPr sz="2200" spc="2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discovery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across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markets</a:t>
            </a:r>
            <a:endParaRPr sz="2200">
              <a:latin typeface="Arial MT"/>
              <a:cs typeface="Arial MT"/>
            </a:endParaRPr>
          </a:p>
          <a:p>
            <a:pPr marL="495934" marR="5080">
              <a:lnSpc>
                <a:spcPct val="116500"/>
              </a:lnSpc>
            </a:pP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Connects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farmers,</a:t>
            </a:r>
            <a:r>
              <a:rPr sz="2200" spc="5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buyers,</a:t>
            </a:r>
            <a:r>
              <a:rPr sz="2200" spc="6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transporters,</a:t>
            </a:r>
            <a:r>
              <a:rPr sz="2200" spc="5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storage</a:t>
            </a:r>
            <a:r>
              <a:rPr sz="2200" spc="5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providers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as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independent</a:t>
            </a:r>
            <a:r>
              <a:rPr sz="2200" spc="6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participants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Reduces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wastage,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stabilizes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farmer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income,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creates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new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rural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employment opportunities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202629"/>
                </a:solidFill>
                <a:latin typeface="Arial"/>
                <a:cs typeface="Arial"/>
              </a:rPr>
              <a:t>Core</a:t>
            </a:r>
            <a:r>
              <a:rPr sz="2200" b="1" spc="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202629"/>
                </a:solidFill>
                <a:latin typeface="Arial"/>
                <a:cs typeface="Arial"/>
              </a:rPr>
              <a:t>Principle</a:t>
            </a:r>
            <a:endParaRPr sz="2200">
              <a:latin typeface="Arial"/>
              <a:cs typeface="Arial"/>
            </a:endParaRPr>
          </a:p>
          <a:p>
            <a:pPr marL="12700" marR="693420">
              <a:lnSpc>
                <a:spcPct val="116500"/>
              </a:lnSpc>
            </a:pP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Krishi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Era</a:t>
            </a:r>
            <a:r>
              <a:rPr sz="2200" spc="-9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AI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functions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as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neutral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intelligence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layer,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clearly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separating</a:t>
            </a:r>
            <a:r>
              <a:rPr sz="2200" spc="3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farmers,</a:t>
            </a:r>
            <a:r>
              <a:rPr sz="2200" spc="4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buyers,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logistics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partners,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storage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providers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while</a:t>
            </a:r>
            <a:r>
              <a:rPr sz="2200" spc="-8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AI</a:t>
            </a:r>
            <a:r>
              <a:rPr sz="2200" spc="5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orchestrates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decisions</a:t>
            </a:r>
            <a:r>
              <a:rPr sz="2200" spc="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200" spc="5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coordination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across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02629"/>
                </a:solidFill>
                <a:latin typeface="Arial MT"/>
                <a:cs typeface="Arial MT"/>
              </a:rPr>
              <a:t>the</a:t>
            </a:r>
            <a:r>
              <a:rPr sz="2200" spc="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02629"/>
                </a:solidFill>
                <a:latin typeface="Arial MT"/>
                <a:cs typeface="Arial MT"/>
              </a:rPr>
              <a:t>ecosystem.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84697" y="2292842"/>
            <a:ext cx="4533899" cy="68008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Brief</a:t>
            </a:r>
            <a:r>
              <a:rPr sz="3400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about</a:t>
            </a:r>
            <a:r>
              <a:rPr sz="3400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the</a:t>
            </a:r>
            <a:r>
              <a:rPr sz="3400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Idea: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241101"/>
            <a:ext cx="18278474" cy="10045898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91236" y="2202526"/>
          <a:ext cx="7286625" cy="7014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Arial Black"/>
                          <a:cs typeface="Arial Black"/>
                          <a:hlinkClick r:id="rId3"/>
                        </a:rPr>
                        <a:t>Issue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52755">
                        <a:lnSpc>
                          <a:spcPct val="100000"/>
                        </a:lnSpc>
                      </a:pPr>
                      <a:r>
                        <a:rPr sz="1500" spc="-100" dirty="0">
                          <a:latin typeface="Arial Black"/>
                          <a:cs typeface="Arial Black"/>
                          <a:hlinkClick r:id="rId3"/>
                        </a:rPr>
                        <a:t>Reality</a:t>
                      </a:r>
                      <a:r>
                        <a:rPr sz="1500" spc="-125" dirty="0">
                          <a:latin typeface="Arial Black"/>
                          <a:cs typeface="Arial Black"/>
                          <a:hlinkClick r:id="rId3"/>
                        </a:rPr>
                        <a:t> </a:t>
                      </a:r>
                      <a:r>
                        <a:rPr sz="1500" spc="-60" dirty="0">
                          <a:latin typeface="Arial Black"/>
                          <a:cs typeface="Arial Black"/>
                          <a:hlinkClick r:id="rId3"/>
                        </a:rPr>
                        <a:t>in</a:t>
                      </a:r>
                      <a:r>
                        <a:rPr sz="1500" spc="-125" dirty="0">
                          <a:latin typeface="Arial Black"/>
                          <a:cs typeface="Arial Black"/>
                          <a:hlinkClick r:id="rId3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  <a:hlinkClick r:id="rId3"/>
                        </a:rPr>
                        <a:t>India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55" dirty="0">
                          <a:latin typeface="Microsoft Sans Serif"/>
                          <a:cs typeface="Microsoft Sans Serif"/>
                          <a:hlinkClick r:id="rId3"/>
                        </a:rPr>
                        <a:t>Post-</a:t>
                      </a:r>
                      <a:r>
                        <a:rPr sz="2000" spc="95" dirty="0">
                          <a:latin typeface="Microsoft Sans Serif"/>
                          <a:cs typeface="Microsoft Sans Serif"/>
                          <a:hlinkClick r:id="rId3"/>
                        </a:rPr>
                        <a:t>harvest</a:t>
                      </a:r>
                      <a:r>
                        <a:rPr sz="2000" spc="-1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spc="35" dirty="0">
                          <a:latin typeface="Microsoft Sans Serif"/>
                          <a:cs typeface="Microsoft Sans Serif"/>
                          <a:hlinkClick r:id="rId3"/>
                        </a:rPr>
                        <a:t>loss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7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0055" marR="432434" algn="ctr">
                        <a:lnSpc>
                          <a:spcPct val="116700"/>
                        </a:lnSpc>
                        <a:spcBef>
                          <a:spcPts val="1575"/>
                        </a:spcBef>
                      </a:pPr>
                      <a:r>
                        <a:rPr sz="1500" spc="65" dirty="0">
                          <a:latin typeface="Microsoft Sans Serif"/>
                          <a:cs typeface="Microsoft Sans Serif"/>
                          <a:hlinkClick r:id="rId3"/>
                        </a:rPr>
                        <a:t>₹92,000+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60" dirty="0">
                          <a:latin typeface="Microsoft Sans Serif"/>
                          <a:cs typeface="Microsoft Sans Serif"/>
                          <a:hlinkClick r:id="rId3"/>
                        </a:rPr>
                        <a:t>crore </a:t>
                      </a:r>
                      <a:r>
                        <a:rPr sz="1500" spc="70" dirty="0">
                          <a:latin typeface="Microsoft Sans Serif"/>
                          <a:cs typeface="Microsoft Sans Serif"/>
                          <a:hlinkClick r:id="rId3"/>
                        </a:rPr>
                        <a:t>annually</a:t>
                      </a:r>
                      <a:r>
                        <a:rPr sz="1500" spc="-3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  <a:hlinkClick r:id="rId3"/>
                        </a:rPr>
                        <a:t>(ICAR </a:t>
                      </a:r>
                      <a:r>
                        <a:rPr sz="1500" spc="45" dirty="0">
                          <a:latin typeface="Microsoft Sans Serif"/>
                          <a:cs typeface="Microsoft Sans Serif"/>
                          <a:hlinkClick r:id="rId3"/>
                        </a:rPr>
                        <a:t>estimates)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0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6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  <a:hlinkClick r:id="rId3"/>
                        </a:rPr>
                        <a:t>Resource</a:t>
                      </a:r>
                      <a:r>
                        <a:rPr sz="2000" spc="7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  <a:hlinkClick r:id="rId3"/>
                        </a:rPr>
                        <a:t>&amp;</a:t>
                      </a:r>
                      <a:r>
                        <a:rPr sz="2000" spc="7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spc="140" dirty="0">
                          <a:latin typeface="Microsoft Sans Serif"/>
                          <a:cs typeface="Microsoft Sans Serif"/>
                          <a:hlinkClick r:id="rId3"/>
                        </a:rPr>
                        <a:t>input</a:t>
                      </a:r>
                      <a:r>
                        <a:rPr sz="2000" spc="7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spc="45" dirty="0">
                          <a:latin typeface="Microsoft Sans Serif"/>
                          <a:cs typeface="Microsoft Sans Serif"/>
                          <a:hlinkClick r:id="rId3"/>
                        </a:rPr>
                        <a:t>misuse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7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840" marR="363855" algn="ctr">
                        <a:lnSpc>
                          <a:spcPct val="116700"/>
                        </a:lnSpc>
                        <a:spcBef>
                          <a:spcPts val="1575"/>
                        </a:spcBef>
                      </a:pPr>
                      <a:r>
                        <a:rPr sz="1500" spc="50" dirty="0">
                          <a:latin typeface="Microsoft Sans Serif"/>
                          <a:cs typeface="Microsoft Sans Serif"/>
                          <a:hlinkClick r:id="rId3"/>
                        </a:rPr>
                        <a:t>Over-</a:t>
                      </a:r>
                      <a:r>
                        <a:rPr sz="1500" spc="70" dirty="0">
                          <a:latin typeface="Microsoft Sans Serif"/>
                          <a:cs typeface="Microsoft Sans Serif"/>
                          <a:hlinkClick r:id="rId3"/>
                        </a:rPr>
                        <a:t>application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  <a:hlinkClick r:id="rId3"/>
                        </a:rPr>
                        <a:t>due</a:t>
                      </a:r>
                      <a:r>
                        <a:rPr sz="1500" spc="-3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135" dirty="0">
                          <a:latin typeface="Microsoft Sans Serif"/>
                          <a:cs typeface="Microsoft Sans Serif"/>
                          <a:hlinkClick r:id="rId3"/>
                        </a:rPr>
                        <a:t>to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85" dirty="0">
                          <a:latin typeface="Microsoft Sans Serif"/>
                          <a:cs typeface="Microsoft Sans Serif"/>
                          <a:hlinkClick r:id="rId3"/>
                        </a:rPr>
                        <a:t>poor </a:t>
                      </a:r>
                      <a:r>
                        <a:rPr sz="1500" spc="50" dirty="0">
                          <a:latin typeface="Microsoft Sans Serif"/>
                          <a:cs typeface="Microsoft Sans Serif"/>
                          <a:hlinkClick r:id="rId3"/>
                        </a:rPr>
                        <a:t>planning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0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6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60" dirty="0">
                          <a:latin typeface="Microsoft Sans Serif"/>
                          <a:cs typeface="Microsoft Sans Serif"/>
                          <a:hlinkClick r:id="rId3"/>
                        </a:rPr>
                        <a:t>Price</a:t>
                      </a:r>
                      <a:r>
                        <a:rPr sz="2000" spc="-4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spc="114" dirty="0">
                          <a:latin typeface="Microsoft Sans Serif"/>
                          <a:cs typeface="Microsoft Sans Serif"/>
                          <a:hlinkClick r:id="rId3"/>
                        </a:rPr>
                        <a:t>volatility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7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3555" marR="331470" indent="-165100">
                        <a:lnSpc>
                          <a:spcPct val="116700"/>
                        </a:lnSpc>
                        <a:spcBef>
                          <a:spcPts val="1575"/>
                        </a:spcBef>
                      </a:pPr>
                      <a:r>
                        <a:rPr sz="1500" spc="110" dirty="0">
                          <a:latin typeface="Microsoft Sans Serif"/>
                          <a:cs typeface="Microsoft Sans Serif"/>
                          <a:hlinkClick r:id="rId3"/>
                        </a:rPr>
                        <a:t>30–</a:t>
                      </a:r>
                      <a:r>
                        <a:rPr sz="1500" spc="160" dirty="0">
                          <a:latin typeface="Microsoft Sans Serif"/>
                          <a:cs typeface="Microsoft Sans Serif"/>
                          <a:hlinkClick r:id="rId3"/>
                        </a:rPr>
                        <a:t>50%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  <a:hlinkClick r:id="rId3"/>
                        </a:rPr>
                        <a:t>seasonal </a:t>
                      </a:r>
                      <a:r>
                        <a:rPr sz="1500" dirty="0">
                          <a:latin typeface="Microsoft Sans Serif"/>
                          <a:cs typeface="Microsoft Sans Serif"/>
                          <a:hlinkClick r:id="rId3"/>
                        </a:rPr>
                        <a:t>swings</a:t>
                      </a:r>
                      <a:r>
                        <a:rPr sz="1500" spc="17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45" dirty="0">
                          <a:latin typeface="Microsoft Sans Serif"/>
                          <a:cs typeface="Microsoft Sans Serif"/>
                          <a:hlinkClick r:id="rId3"/>
                        </a:rPr>
                        <a:t>among perishables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0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55" dirty="0">
                          <a:latin typeface="Microsoft Sans Serif"/>
                          <a:cs typeface="Microsoft Sans Serif"/>
                          <a:hlinkClick r:id="rId3"/>
                        </a:rPr>
                        <a:t>Farmer</a:t>
                      </a:r>
                      <a:r>
                        <a:rPr sz="2000" spc="-3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spc="100" dirty="0">
                          <a:latin typeface="Microsoft Sans Serif"/>
                          <a:cs typeface="Microsoft Sans Serif"/>
                          <a:hlinkClick r:id="rId3"/>
                        </a:rPr>
                        <a:t>income</a:t>
                      </a:r>
                      <a:r>
                        <a:rPr sz="2000" spc="-3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spc="105" dirty="0">
                          <a:latin typeface="Microsoft Sans Serif"/>
                          <a:cs typeface="Microsoft Sans Serif"/>
                          <a:hlinkClick r:id="rId3"/>
                        </a:rPr>
                        <a:t>instability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44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0" marR="386080" indent="6985">
                        <a:lnSpc>
                          <a:spcPct val="116700"/>
                        </a:lnSpc>
                        <a:spcBef>
                          <a:spcPts val="157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  <a:hlinkClick r:id="rId3"/>
                        </a:rPr>
                        <a:t>85%</a:t>
                      </a:r>
                      <a:r>
                        <a:rPr sz="1500" spc="-4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  <a:hlinkClick r:id="rId3"/>
                        </a:rPr>
                        <a:t>farmers</a:t>
                      </a:r>
                      <a:r>
                        <a:rPr sz="1500" spc="-4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  <a:hlinkClick r:id="rId3"/>
                        </a:rPr>
                        <a:t>are </a:t>
                      </a:r>
                      <a:r>
                        <a:rPr sz="1500" spc="60" dirty="0">
                          <a:latin typeface="Microsoft Sans Serif"/>
                          <a:cs typeface="Microsoft Sans Serif"/>
                          <a:hlinkClick r:id="rId3"/>
                        </a:rPr>
                        <a:t>small</a:t>
                      </a:r>
                      <a:r>
                        <a:rPr sz="1500" spc="-3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  <a:hlinkClick r:id="rId3"/>
                        </a:rPr>
                        <a:t>&amp;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40" dirty="0">
                          <a:latin typeface="Microsoft Sans Serif"/>
                          <a:cs typeface="Microsoft Sans Serif"/>
                          <a:hlinkClick r:id="rId3"/>
                        </a:rPr>
                        <a:t>marginal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0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3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  <a:hlinkClick r:id="rId3"/>
                        </a:rPr>
                        <a:t>Rural</a:t>
                      </a:r>
                      <a:r>
                        <a:rPr sz="2000" spc="185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2000" spc="110" dirty="0">
                          <a:latin typeface="Microsoft Sans Serif"/>
                          <a:cs typeface="Microsoft Sans Serif"/>
                          <a:hlinkClick r:id="rId3"/>
                        </a:rPr>
                        <a:t>underemployment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6425" marR="598805" indent="-635" algn="ctr">
                        <a:lnSpc>
                          <a:spcPct val="116700"/>
                        </a:lnSpc>
                        <a:spcBef>
                          <a:spcPts val="1575"/>
                        </a:spcBef>
                      </a:pPr>
                      <a:r>
                        <a:rPr sz="1500" spc="50" dirty="0">
                          <a:latin typeface="Microsoft Sans Serif"/>
                          <a:cs typeface="Microsoft Sans Serif"/>
                          <a:hlinkClick r:id="rId3"/>
                        </a:rPr>
                        <a:t>Logistics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-50" dirty="0">
                          <a:latin typeface="Microsoft Sans Serif"/>
                          <a:cs typeface="Microsoft Sans Serif"/>
                          <a:hlinkClick r:id="rId3"/>
                        </a:rPr>
                        <a:t>&amp;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  <a:hlinkClick r:id="rId3"/>
                        </a:rPr>
                        <a:t>aggregation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441325" marR="433705" algn="ctr">
                        <a:lnSpc>
                          <a:spcPct val="116700"/>
                        </a:lnSpc>
                      </a:pPr>
                      <a:r>
                        <a:rPr sz="1500" spc="75" dirty="0">
                          <a:latin typeface="Microsoft Sans Serif"/>
                          <a:cs typeface="Microsoft Sans Serif"/>
                          <a:hlinkClick r:id="rId3"/>
                        </a:rPr>
                        <a:t>handled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100" dirty="0">
                          <a:latin typeface="Microsoft Sans Serif"/>
                          <a:cs typeface="Microsoft Sans Serif"/>
                          <a:hlinkClick r:id="rId3"/>
                        </a:rPr>
                        <a:t>by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  <a:hlinkClick r:id="rId3"/>
                        </a:rPr>
                        <a:t> </a:t>
                      </a:r>
                      <a:r>
                        <a:rPr sz="1500" spc="55" dirty="0">
                          <a:latin typeface="Microsoft Sans Serif"/>
                          <a:cs typeface="Microsoft Sans Serif"/>
                          <a:hlinkClick r:id="rId3"/>
                        </a:rPr>
                        <a:t>few intermediaries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0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760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Problem</a:t>
            </a:r>
            <a:r>
              <a:rPr sz="3400" spc="-8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20" dirty="0">
                <a:solidFill>
                  <a:srgbClr val="202629"/>
                </a:solidFill>
                <a:latin typeface="Arial"/>
                <a:cs typeface="Arial"/>
              </a:rPr>
              <a:t>Data: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1325" y="9542321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3"/>
              </a:rPr>
              <a:t>Selling</a:t>
            </a:r>
            <a:r>
              <a:rPr sz="1800" spc="-260" dirty="0">
                <a:solidFill>
                  <a:srgbClr val="37B5FF"/>
                </a:solid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heavy" spc="120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heavy" spc="80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3"/>
              </a:rPr>
              <a:t>Patterns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77034" y="9804957"/>
            <a:ext cx="41275" cy="19050"/>
          </a:xfrm>
          <a:custGeom>
            <a:avLst/>
            <a:gdLst/>
            <a:ahLst/>
            <a:cxnLst/>
            <a:rect l="l" t="t" r="r" b="b"/>
            <a:pathLst>
              <a:path w="41275" h="19050">
                <a:moveTo>
                  <a:pt x="41063" y="19049"/>
                </a:moveTo>
                <a:lnTo>
                  <a:pt x="0" y="19049"/>
                </a:lnTo>
                <a:lnTo>
                  <a:pt x="0" y="0"/>
                </a:lnTo>
                <a:lnTo>
                  <a:pt x="41063" y="0"/>
                </a:lnTo>
                <a:lnTo>
                  <a:pt x="41063" y="19049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05667" y="9544607"/>
            <a:ext cx="2625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85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4"/>
              </a:rPr>
              <a:t>Income</a:t>
            </a:r>
            <a:r>
              <a:rPr sz="1800" u="heavy" spc="-35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800" u="heavy" spc="80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4"/>
              </a:rPr>
              <a:t>and</a:t>
            </a:r>
            <a:r>
              <a:rPr sz="1800" u="heavy" spc="-30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800" u="heavy" spc="114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4"/>
              </a:rPr>
              <a:t>Debt</a:t>
            </a:r>
            <a:r>
              <a:rPr sz="1800" u="heavy" spc="-30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800" u="heavy" spc="85" dirty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Microsoft Sans Serif"/>
                <a:cs typeface="Microsoft Sans Serif"/>
                <a:hlinkClick r:id="rId4"/>
              </a:rPr>
              <a:t>Stud</a:t>
            </a:r>
            <a:r>
              <a:rPr sz="1800" spc="85" dirty="0">
                <a:solidFill>
                  <a:srgbClr val="37B5FF"/>
                </a:solidFill>
                <a:latin typeface="Microsoft Sans Serif"/>
                <a:cs typeface="Microsoft Sans Serif"/>
                <a:hlinkClick r:id="rId4"/>
              </a:rPr>
              <a:t>y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4742" y="2590074"/>
            <a:ext cx="17607915" cy="6667500"/>
            <a:chOff x="534742" y="2590074"/>
            <a:chExt cx="17607915" cy="66675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742" y="2590074"/>
              <a:ext cx="4695824" cy="6667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46334" y="2590074"/>
              <a:ext cx="5095874" cy="6667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50051" y="2074983"/>
          <a:ext cx="8766809" cy="3130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2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spc="80" dirty="0">
                          <a:latin typeface="Microsoft Sans Serif"/>
                          <a:cs typeface="Microsoft Sans Serif"/>
                        </a:rPr>
                        <a:t>Problem</a:t>
                      </a:r>
                      <a:r>
                        <a:rPr sz="17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10" dirty="0">
                          <a:latin typeface="Microsoft Sans Serif"/>
                          <a:cs typeface="Microsoft Sans Serif"/>
                        </a:rPr>
                        <a:t>(India)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dirty="0">
                          <a:latin typeface="Microsoft Sans Serif"/>
                          <a:cs typeface="Microsoft Sans Serif"/>
                        </a:rPr>
                        <a:t>AI</a:t>
                      </a:r>
                      <a:r>
                        <a:rPr sz="17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85" dirty="0">
                          <a:latin typeface="Microsoft Sans Serif"/>
                          <a:cs typeface="Microsoft Sans Serif"/>
                        </a:rPr>
                        <a:t>Intervention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spc="50" dirty="0">
                          <a:latin typeface="Microsoft Sans Serif"/>
                          <a:cs typeface="Microsoft Sans Serif"/>
                        </a:rPr>
                        <a:t>Measurable</a:t>
                      </a:r>
                      <a:r>
                        <a:rPr sz="17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85" dirty="0">
                          <a:latin typeface="Microsoft Sans Serif"/>
                          <a:cs typeface="Microsoft Sans Serif"/>
                        </a:rPr>
                        <a:t>Impact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dirty="0">
                          <a:latin typeface="Arial Black"/>
                          <a:cs typeface="Arial Black"/>
                        </a:rPr>
                        <a:t>30–</a:t>
                      </a:r>
                      <a:r>
                        <a:rPr sz="1700" spc="-114" dirty="0">
                          <a:latin typeface="Arial Black"/>
                          <a:cs typeface="Arial Black"/>
                        </a:rPr>
                        <a:t>50%</a:t>
                      </a:r>
                      <a:r>
                        <a:rPr sz="170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14" dirty="0">
                          <a:latin typeface="Arial Black"/>
                          <a:cs typeface="Arial Black"/>
                        </a:rPr>
                        <a:t>price</a:t>
                      </a:r>
                      <a:r>
                        <a:rPr sz="1700" spc="-1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0" dirty="0">
                          <a:latin typeface="Arial Black"/>
                          <a:cs typeface="Arial Black"/>
                        </a:rPr>
                        <a:t>volatility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942975">
                        <a:lnSpc>
                          <a:spcPts val="2400"/>
                        </a:lnSpc>
                        <a:spcBef>
                          <a:spcPts val="280"/>
                        </a:spcBef>
                      </a:pPr>
                      <a:r>
                        <a:rPr sz="1700" dirty="0">
                          <a:latin typeface="Microsoft Sans Serif"/>
                          <a:cs typeface="Microsoft Sans Serif"/>
                        </a:rPr>
                        <a:t>AI</a:t>
                      </a:r>
                      <a:r>
                        <a:rPr sz="17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85" dirty="0">
                          <a:latin typeface="Microsoft Sans Serif"/>
                          <a:cs typeface="Microsoft Sans Serif"/>
                        </a:rPr>
                        <a:t>price</a:t>
                      </a:r>
                      <a:r>
                        <a:rPr sz="17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7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70" dirty="0">
                          <a:latin typeface="Microsoft Sans Serif"/>
                          <a:cs typeface="Microsoft Sans Serif"/>
                        </a:rPr>
                        <a:t>demand </a:t>
                      </a:r>
                      <a:r>
                        <a:rPr sz="1700" spc="60" dirty="0">
                          <a:latin typeface="Microsoft Sans Serif"/>
                          <a:cs typeface="Microsoft Sans Serif"/>
                        </a:rPr>
                        <a:t>forecasting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dirty="0">
                          <a:latin typeface="Arial Black"/>
                          <a:cs typeface="Arial Black"/>
                        </a:rPr>
                        <a:t>8–</a:t>
                      </a:r>
                      <a:r>
                        <a:rPr sz="1700" spc="-240" dirty="0">
                          <a:latin typeface="Arial Black"/>
                          <a:cs typeface="Arial Black"/>
                        </a:rPr>
                        <a:t>12%</a:t>
                      </a:r>
                      <a:r>
                        <a:rPr sz="17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25" dirty="0">
                          <a:latin typeface="Arial Black"/>
                          <a:cs typeface="Arial Black"/>
                        </a:rPr>
                        <a:t>income</a:t>
                      </a:r>
                      <a:r>
                        <a:rPr sz="170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0" dirty="0">
                          <a:latin typeface="Arial Black"/>
                          <a:cs typeface="Arial Black"/>
                        </a:rPr>
                        <a:t>uplift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75565" marR="132080">
                        <a:lnSpc>
                          <a:spcPts val="2400"/>
                        </a:lnSpc>
                        <a:spcBef>
                          <a:spcPts val="280"/>
                        </a:spcBef>
                      </a:pPr>
                      <a:r>
                        <a:rPr sz="1700" spc="-80" dirty="0">
                          <a:latin typeface="Arial Black"/>
                          <a:cs typeface="Arial Black"/>
                        </a:rPr>
                        <a:t>₹92,000+</a:t>
                      </a:r>
                      <a:r>
                        <a:rPr sz="17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00" dirty="0">
                          <a:latin typeface="Arial Black"/>
                          <a:cs typeface="Arial Black"/>
                        </a:rPr>
                        <a:t>Cr</a:t>
                      </a:r>
                      <a:r>
                        <a:rPr sz="1700" spc="-1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70" dirty="0">
                          <a:latin typeface="Arial Black"/>
                          <a:cs typeface="Arial Black"/>
                        </a:rPr>
                        <a:t>post-</a:t>
                      </a:r>
                      <a:r>
                        <a:rPr sz="1700" spc="-90" dirty="0">
                          <a:latin typeface="Arial Black"/>
                          <a:cs typeface="Arial Black"/>
                        </a:rPr>
                        <a:t>harvest </a:t>
                      </a:r>
                      <a:r>
                        <a:rPr sz="1700" spc="-20" dirty="0">
                          <a:latin typeface="Arial Black"/>
                          <a:cs typeface="Arial Black"/>
                        </a:rPr>
                        <a:t>loss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203835">
                        <a:lnSpc>
                          <a:spcPts val="2400"/>
                        </a:lnSpc>
                        <a:spcBef>
                          <a:spcPts val="280"/>
                        </a:spcBef>
                      </a:pPr>
                      <a:r>
                        <a:rPr sz="1700" spc="70" dirty="0">
                          <a:latin typeface="Microsoft Sans Serif"/>
                          <a:cs typeface="Microsoft Sans Serif"/>
                        </a:rPr>
                        <a:t>Demand-</a:t>
                      </a:r>
                      <a:r>
                        <a:rPr sz="1700" spc="50" dirty="0">
                          <a:latin typeface="Microsoft Sans Serif"/>
                          <a:cs typeface="Microsoft Sans Serif"/>
                        </a:rPr>
                        <a:t>aligned</a:t>
                      </a:r>
                      <a:r>
                        <a:rPr sz="17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45" dirty="0">
                          <a:latin typeface="Microsoft Sans Serif"/>
                          <a:cs typeface="Microsoft Sans Serif"/>
                        </a:rPr>
                        <a:t>selling</a:t>
                      </a:r>
                      <a:r>
                        <a:rPr sz="17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50" dirty="0">
                          <a:latin typeface="Microsoft Sans Serif"/>
                          <a:cs typeface="Microsoft Sans Serif"/>
                        </a:rPr>
                        <a:t>&amp; </a:t>
                      </a:r>
                      <a:r>
                        <a:rPr sz="1700" spc="55" dirty="0">
                          <a:latin typeface="Microsoft Sans Serif"/>
                          <a:cs typeface="Microsoft Sans Serif"/>
                        </a:rPr>
                        <a:t>storage</a:t>
                      </a:r>
                      <a:r>
                        <a:rPr sz="17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55" dirty="0">
                          <a:latin typeface="Microsoft Sans Serif"/>
                          <a:cs typeface="Microsoft Sans Serif"/>
                        </a:rPr>
                        <a:t>intelligence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spc="-40" dirty="0">
                          <a:latin typeface="Arial Black"/>
                          <a:cs typeface="Arial Black"/>
                        </a:rPr>
                        <a:t>10–</a:t>
                      </a:r>
                      <a:r>
                        <a:rPr sz="1700" spc="-215" dirty="0">
                          <a:latin typeface="Arial Black"/>
                          <a:cs typeface="Arial Black"/>
                        </a:rPr>
                        <a:t>15%</a:t>
                      </a:r>
                      <a:r>
                        <a:rPr sz="170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80" dirty="0">
                          <a:latin typeface="Arial Black"/>
                          <a:cs typeface="Arial Black"/>
                        </a:rPr>
                        <a:t>waste</a:t>
                      </a:r>
                      <a:r>
                        <a:rPr sz="1700" spc="-1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0" dirty="0">
                          <a:latin typeface="Arial Black"/>
                          <a:cs typeface="Arial Black"/>
                        </a:rPr>
                        <a:t>reduction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spc="-90" dirty="0">
                          <a:latin typeface="Arial Black"/>
                          <a:cs typeface="Arial Black"/>
                        </a:rPr>
                        <a:t>No</a:t>
                      </a:r>
                      <a:r>
                        <a:rPr sz="17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85" dirty="0">
                          <a:latin typeface="Arial Black"/>
                          <a:cs typeface="Arial Black"/>
                        </a:rPr>
                        <a:t>quality</a:t>
                      </a:r>
                      <a:r>
                        <a:rPr sz="17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0" dirty="0">
                          <a:latin typeface="Arial Black"/>
                          <a:cs typeface="Arial Black"/>
                        </a:rPr>
                        <a:t>premiums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920750">
                        <a:lnSpc>
                          <a:spcPts val="2400"/>
                        </a:lnSpc>
                        <a:spcBef>
                          <a:spcPts val="280"/>
                        </a:spcBef>
                      </a:pPr>
                      <a:r>
                        <a:rPr sz="1700" dirty="0">
                          <a:latin typeface="Microsoft Sans Serif"/>
                          <a:cs typeface="Microsoft Sans Serif"/>
                        </a:rPr>
                        <a:t>AI-</a:t>
                      </a:r>
                      <a:r>
                        <a:rPr sz="1700" spc="50" dirty="0">
                          <a:latin typeface="Microsoft Sans Serif"/>
                          <a:cs typeface="Microsoft Sans Serif"/>
                        </a:rPr>
                        <a:t>based</a:t>
                      </a:r>
                      <a:r>
                        <a:rPr sz="17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50" dirty="0">
                          <a:latin typeface="Microsoft Sans Serif"/>
                          <a:cs typeface="Microsoft Sans Serif"/>
                        </a:rPr>
                        <a:t>grading</a:t>
                      </a:r>
                      <a:r>
                        <a:rPr sz="17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50" dirty="0">
                          <a:latin typeface="Microsoft Sans Serif"/>
                          <a:cs typeface="Microsoft Sans Serif"/>
                        </a:rPr>
                        <a:t>+ </a:t>
                      </a:r>
                      <a:r>
                        <a:rPr sz="1700" spc="70" dirty="0">
                          <a:latin typeface="Microsoft Sans Serif"/>
                          <a:cs typeface="Microsoft Sans Serif"/>
                        </a:rPr>
                        <a:t>negotiation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spc="-10" dirty="0">
                          <a:latin typeface="Arial Black"/>
                          <a:cs typeface="Arial Black"/>
                        </a:rPr>
                        <a:t>5–</a:t>
                      </a:r>
                      <a:r>
                        <a:rPr sz="1700" spc="-180" dirty="0">
                          <a:latin typeface="Arial Black"/>
                          <a:cs typeface="Arial Black"/>
                        </a:rPr>
                        <a:t>8%</a:t>
                      </a:r>
                      <a:r>
                        <a:rPr sz="17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14" dirty="0">
                          <a:latin typeface="Arial Black"/>
                          <a:cs typeface="Arial Black"/>
                        </a:rPr>
                        <a:t>price</a:t>
                      </a:r>
                      <a:r>
                        <a:rPr sz="17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0" dirty="0">
                          <a:latin typeface="Arial Black"/>
                          <a:cs typeface="Arial Black"/>
                        </a:rPr>
                        <a:t>premium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spc="-120" dirty="0">
                          <a:latin typeface="Arial Black"/>
                          <a:cs typeface="Arial Black"/>
                        </a:rPr>
                        <a:t>Rural</a:t>
                      </a:r>
                      <a:r>
                        <a:rPr sz="170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25" dirty="0">
                          <a:latin typeface="Arial Black"/>
                          <a:cs typeface="Arial Black"/>
                        </a:rPr>
                        <a:t>underemployment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364490">
                        <a:lnSpc>
                          <a:spcPts val="2400"/>
                        </a:lnSpc>
                        <a:spcBef>
                          <a:spcPts val="280"/>
                        </a:spcBef>
                      </a:pPr>
                      <a:r>
                        <a:rPr sz="1700" spc="65" dirty="0">
                          <a:latin typeface="Microsoft Sans Serif"/>
                          <a:cs typeface="Microsoft Sans Serif"/>
                        </a:rPr>
                        <a:t>Onboarding</a:t>
                      </a:r>
                      <a:r>
                        <a:rPr sz="17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105" dirty="0">
                          <a:latin typeface="Microsoft Sans Serif"/>
                          <a:cs typeface="Microsoft Sans Serif"/>
                        </a:rPr>
                        <a:t>transport</a:t>
                      </a:r>
                      <a:r>
                        <a:rPr sz="17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50" dirty="0">
                          <a:latin typeface="Microsoft Sans Serif"/>
                          <a:cs typeface="Microsoft Sans Serif"/>
                        </a:rPr>
                        <a:t>&amp; </a:t>
                      </a:r>
                      <a:r>
                        <a:rPr sz="1700" spc="50" dirty="0">
                          <a:latin typeface="Microsoft Sans Serif"/>
                          <a:cs typeface="Microsoft Sans Serif"/>
                        </a:rPr>
                        <a:t>liaison</a:t>
                      </a:r>
                      <a:r>
                        <a:rPr sz="17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75" dirty="0">
                          <a:latin typeface="Microsoft Sans Serif"/>
                          <a:cs typeface="Microsoft Sans Serif"/>
                        </a:rPr>
                        <a:t>partners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700" spc="-180" dirty="0">
                          <a:latin typeface="Arial Black"/>
                          <a:cs typeface="Arial Black"/>
                        </a:rPr>
                        <a:t>New</a:t>
                      </a:r>
                      <a:r>
                        <a:rPr sz="17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20" dirty="0">
                          <a:latin typeface="Arial Black"/>
                          <a:cs typeface="Arial Black"/>
                        </a:rPr>
                        <a:t>local</a:t>
                      </a:r>
                      <a:r>
                        <a:rPr sz="1700" spc="-1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165" dirty="0">
                          <a:latin typeface="Arial Black"/>
                          <a:cs typeface="Arial Black"/>
                        </a:rPr>
                        <a:t>gig</a:t>
                      </a:r>
                      <a:r>
                        <a:rPr sz="1700" spc="-1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spc="-20" dirty="0">
                          <a:latin typeface="Arial Black"/>
                          <a:cs typeface="Arial Black"/>
                        </a:rPr>
                        <a:t>jobs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9779" y="5501220"/>
          <a:ext cx="8606790" cy="4360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9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-20" dirty="0">
                          <a:latin typeface="Microsoft Sans Serif"/>
                          <a:cs typeface="Microsoft Sans Serif"/>
                        </a:rPr>
                        <a:t>USP</a:t>
                      </a:r>
                      <a:r>
                        <a:rPr sz="165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55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65" dirty="0">
                          <a:latin typeface="Microsoft Sans Serif"/>
                          <a:cs typeface="Microsoft Sans Serif"/>
                        </a:rPr>
                        <a:t>Why</a:t>
                      </a:r>
                      <a:r>
                        <a:rPr sz="165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120" dirty="0">
                          <a:latin typeface="Microsoft Sans Serif"/>
                          <a:cs typeface="Microsoft Sans Serif"/>
                        </a:rPr>
                        <a:t>It</a:t>
                      </a:r>
                      <a:r>
                        <a:rPr sz="165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90" dirty="0">
                          <a:latin typeface="Microsoft Sans Serif"/>
                          <a:cs typeface="Microsoft Sans Serif"/>
                        </a:rPr>
                        <a:t>Matters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-135" dirty="0">
                          <a:latin typeface="Arial Black"/>
                          <a:cs typeface="Arial Black"/>
                        </a:rPr>
                        <a:t>AI</a:t>
                      </a:r>
                      <a:r>
                        <a:rPr sz="165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650" spc="-125" dirty="0">
                          <a:latin typeface="Arial Black"/>
                          <a:cs typeface="Arial Black"/>
                        </a:rPr>
                        <a:t>Market</a:t>
                      </a:r>
                      <a:r>
                        <a:rPr sz="165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650" spc="-10" dirty="0">
                          <a:latin typeface="Arial Black"/>
                          <a:cs typeface="Arial Black"/>
                        </a:rPr>
                        <a:t>Maker</a:t>
                      </a:r>
                      <a:endParaRPr sz="1650">
                        <a:latin typeface="Arial Black"/>
                        <a:cs typeface="Arial Black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220979">
                        <a:lnSpc>
                          <a:spcPts val="2330"/>
                        </a:lnSpc>
                        <a:spcBef>
                          <a:spcPts val="260"/>
                        </a:spcBef>
                      </a:pPr>
                      <a:r>
                        <a:rPr sz="1650" spc="125" dirty="0"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165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90" dirty="0">
                          <a:latin typeface="Microsoft Sans Serif"/>
                          <a:cs typeface="Microsoft Sans Serif"/>
                        </a:rPr>
                        <a:t>just</a:t>
                      </a:r>
                      <a:r>
                        <a:rPr sz="16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85" dirty="0">
                          <a:latin typeface="Microsoft Sans Serif"/>
                          <a:cs typeface="Microsoft Sans Serif"/>
                        </a:rPr>
                        <a:t>connecting</a:t>
                      </a:r>
                      <a:r>
                        <a:rPr sz="16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80" dirty="0">
                          <a:latin typeface="Microsoft Sans Serif"/>
                          <a:cs typeface="Microsoft Sans Serif"/>
                        </a:rPr>
                        <a:t>buyers</a:t>
                      </a:r>
                      <a:r>
                        <a:rPr sz="16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65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75" dirty="0">
                          <a:latin typeface="Microsoft Sans Serif"/>
                          <a:cs typeface="Microsoft Sans Serif"/>
                        </a:rPr>
                        <a:t>sellers—</a:t>
                      </a:r>
                      <a:r>
                        <a:rPr sz="1650" spc="60" dirty="0">
                          <a:latin typeface="Microsoft Sans Serif"/>
                          <a:cs typeface="Microsoft Sans Serif"/>
                        </a:rPr>
                        <a:t>AI </a:t>
                      </a:r>
                      <a:r>
                        <a:rPr sz="1650" spc="85" dirty="0">
                          <a:latin typeface="Microsoft Sans Serif"/>
                          <a:cs typeface="Microsoft Sans Serif"/>
                        </a:rPr>
                        <a:t>coordinates</a:t>
                      </a:r>
                      <a:r>
                        <a:rPr sz="165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50" dirty="0">
                          <a:latin typeface="Microsoft Sans Serif"/>
                          <a:cs typeface="Microsoft Sans Serif"/>
                        </a:rPr>
                        <a:t>decisions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302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-85" dirty="0">
                          <a:latin typeface="Arial Black"/>
                          <a:cs typeface="Arial Black"/>
                        </a:rPr>
                        <a:t>Intent-</a:t>
                      </a:r>
                      <a:r>
                        <a:rPr sz="1650" spc="-110" dirty="0">
                          <a:latin typeface="Arial Black"/>
                          <a:cs typeface="Arial Black"/>
                        </a:rPr>
                        <a:t>Based</a:t>
                      </a:r>
                      <a:r>
                        <a:rPr sz="1650" spc="-6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650" spc="-10" dirty="0">
                          <a:latin typeface="Arial Black"/>
                          <a:cs typeface="Arial Black"/>
                        </a:rPr>
                        <a:t>Matching</a:t>
                      </a:r>
                      <a:endParaRPr sz="1650">
                        <a:latin typeface="Arial Black"/>
                        <a:cs typeface="Arial Black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dirty="0">
                          <a:latin typeface="Microsoft Sans Serif"/>
                          <a:cs typeface="Microsoft Sans Serif"/>
                        </a:rPr>
                        <a:t>Reduces</a:t>
                      </a:r>
                      <a:r>
                        <a:rPr sz="165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105" dirty="0">
                          <a:latin typeface="Microsoft Sans Serif"/>
                          <a:cs typeface="Microsoft Sans Serif"/>
                        </a:rPr>
                        <a:t>overproduction</a:t>
                      </a:r>
                      <a:r>
                        <a:rPr sz="165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65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75" dirty="0">
                          <a:latin typeface="Microsoft Sans Serif"/>
                          <a:cs typeface="Microsoft Sans Serif"/>
                        </a:rPr>
                        <a:t>panic</a:t>
                      </a:r>
                      <a:r>
                        <a:rPr sz="165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50" dirty="0">
                          <a:latin typeface="Microsoft Sans Serif"/>
                          <a:cs typeface="Microsoft Sans Serif"/>
                        </a:rPr>
                        <a:t>selling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-55" dirty="0">
                          <a:latin typeface="Arial Black"/>
                          <a:cs typeface="Arial Black"/>
                        </a:rPr>
                        <a:t>End-</a:t>
                      </a:r>
                      <a:r>
                        <a:rPr sz="1650" spc="-45" dirty="0">
                          <a:latin typeface="Arial Black"/>
                          <a:cs typeface="Arial Black"/>
                        </a:rPr>
                        <a:t>to-</a:t>
                      </a:r>
                      <a:r>
                        <a:rPr sz="1650" spc="-65" dirty="0">
                          <a:latin typeface="Arial Black"/>
                          <a:cs typeface="Arial Black"/>
                        </a:rPr>
                        <a:t>End</a:t>
                      </a:r>
                      <a:r>
                        <a:rPr sz="1650" spc="-10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650" spc="-25" dirty="0">
                          <a:latin typeface="Arial Black"/>
                          <a:cs typeface="Arial Black"/>
                        </a:rPr>
                        <a:t>Orchestration</a:t>
                      </a:r>
                      <a:endParaRPr sz="1650">
                        <a:latin typeface="Arial Black"/>
                        <a:cs typeface="Arial Black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267460">
                        <a:lnSpc>
                          <a:spcPts val="2330"/>
                        </a:lnSpc>
                        <a:spcBef>
                          <a:spcPts val="260"/>
                        </a:spcBef>
                      </a:pPr>
                      <a:r>
                        <a:rPr sz="1650" dirty="0">
                          <a:latin typeface="Microsoft Sans Serif"/>
                          <a:cs typeface="Microsoft Sans Serif"/>
                        </a:rPr>
                        <a:t>Resource</a:t>
                      </a:r>
                      <a:r>
                        <a:rPr sz="165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75" dirty="0">
                          <a:latin typeface="Microsoft Sans Serif"/>
                          <a:cs typeface="Microsoft Sans Serif"/>
                        </a:rPr>
                        <a:t>planning</a:t>
                      </a:r>
                      <a:r>
                        <a:rPr sz="165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-565" dirty="0"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650" spc="60" dirty="0">
                          <a:latin typeface="Microsoft Sans Serif"/>
                          <a:cs typeface="Microsoft Sans Serif"/>
                        </a:rPr>
                        <a:t> selling </a:t>
                      </a:r>
                      <a:r>
                        <a:rPr sz="1650" spc="-615" dirty="0"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1650" spc="70" dirty="0">
                          <a:latin typeface="Microsoft Sans Serif"/>
                          <a:cs typeface="Microsoft Sans Serif"/>
                        </a:rPr>
                        <a:t> compliance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302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-110" dirty="0">
                          <a:latin typeface="Arial Black"/>
                          <a:cs typeface="Arial Black"/>
                        </a:rPr>
                        <a:t>Asset-Light</a:t>
                      </a:r>
                      <a:r>
                        <a:rPr sz="1650" spc="-9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650" spc="-10" dirty="0">
                          <a:latin typeface="Arial Black"/>
                          <a:cs typeface="Arial Black"/>
                        </a:rPr>
                        <a:t>Model</a:t>
                      </a:r>
                      <a:endParaRPr sz="1650">
                        <a:latin typeface="Arial Black"/>
                        <a:cs typeface="Arial Black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dirty="0">
                          <a:latin typeface="Microsoft Sans Serif"/>
                          <a:cs typeface="Microsoft Sans Serif"/>
                        </a:rPr>
                        <a:t>Scalable</a:t>
                      </a:r>
                      <a:r>
                        <a:rPr sz="1650" spc="1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dirty="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65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60" dirty="0">
                          <a:latin typeface="Microsoft Sans Serif"/>
                          <a:cs typeface="Microsoft Sans Serif"/>
                        </a:rPr>
                        <a:t>realistic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-114" dirty="0">
                          <a:latin typeface="Arial Black"/>
                          <a:cs typeface="Arial Black"/>
                        </a:rPr>
                        <a:t>Data</a:t>
                      </a:r>
                      <a:r>
                        <a:rPr sz="165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650" spc="-40" dirty="0">
                          <a:latin typeface="Arial Black"/>
                          <a:cs typeface="Arial Black"/>
                        </a:rPr>
                        <a:t>Transparency</a:t>
                      </a:r>
                      <a:endParaRPr sz="1650">
                        <a:latin typeface="Arial Black"/>
                        <a:cs typeface="Arial Black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dirty="0">
                          <a:latin typeface="Microsoft Sans Serif"/>
                          <a:cs typeface="Microsoft Sans Serif"/>
                        </a:rPr>
                        <a:t>Breaks</a:t>
                      </a:r>
                      <a:r>
                        <a:rPr sz="165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110" dirty="0">
                          <a:latin typeface="Microsoft Sans Serif"/>
                          <a:cs typeface="Microsoft Sans Serif"/>
                        </a:rPr>
                        <a:t>information</a:t>
                      </a:r>
                      <a:r>
                        <a:rPr sz="165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105" dirty="0">
                          <a:latin typeface="Microsoft Sans Serif"/>
                          <a:cs typeface="Microsoft Sans Serif"/>
                        </a:rPr>
                        <a:t>monopoly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-114" dirty="0">
                          <a:latin typeface="Arial Black"/>
                          <a:cs typeface="Arial Black"/>
                        </a:rPr>
                        <a:t>Inclusive</a:t>
                      </a:r>
                      <a:r>
                        <a:rPr sz="1650" spc="-11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650" spc="-10" dirty="0">
                          <a:latin typeface="Arial Black"/>
                          <a:cs typeface="Arial Black"/>
                        </a:rPr>
                        <a:t>Design</a:t>
                      </a:r>
                      <a:endParaRPr sz="1650">
                        <a:latin typeface="Arial Black"/>
                        <a:cs typeface="Arial Black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50" spc="85" dirty="0">
                          <a:latin typeface="Microsoft Sans Serif"/>
                          <a:cs typeface="Microsoft Sans Serif"/>
                        </a:rPr>
                        <a:t>Voice-</a:t>
                      </a:r>
                      <a:r>
                        <a:rPr sz="1650" spc="55" dirty="0">
                          <a:latin typeface="Microsoft Sans Serif"/>
                          <a:cs typeface="Microsoft Sans Serif"/>
                        </a:rPr>
                        <a:t>first,</a:t>
                      </a:r>
                      <a:r>
                        <a:rPr sz="165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80" dirty="0">
                          <a:latin typeface="Microsoft Sans Serif"/>
                          <a:cs typeface="Microsoft Sans Serif"/>
                        </a:rPr>
                        <a:t>local</a:t>
                      </a:r>
                      <a:r>
                        <a:rPr sz="16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-10" dirty="0">
                          <a:latin typeface="Microsoft Sans Serif"/>
                          <a:cs typeface="Microsoft Sans Serif"/>
                        </a:rPr>
                        <a:t>language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2723640"/>
            <a:ext cx="9134474" cy="477202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Solution: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472" y="1120550"/>
            <a:ext cx="78936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List</a:t>
            </a:r>
            <a:r>
              <a:rPr sz="3400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of</a:t>
            </a:r>
            <a:r>
              <a:rPr sz="3400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features</a:t>
            </a:r>
            <a:r>
              <a:rPr sz="3400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offered</a:t>
            </a:r>
            <a:r>
              <a:rPr sz="3400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by</a:t>
            </a:r>
            <a:r>
              <a:rPr sz="3400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the</a:t>
            </a:r>
            <a:r>
              <a:rPr sz="3400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solution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5297" y="2737194"/>
            <a:ext cx="76200" cy="6019800"/>
            <a:chOff x="615297" y="2737194"/>
            <a:chExt cx="76200" cy="6019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297" y="2737194"/>
              <a:ext cx="76200" cy="76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297" y="3480144"/>
              <a:ext cx="76200" cy="76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297" y="4594569"/>
              <a:ext cx="76200" cy="761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297" y="5708994"/>
              <a:ext cx="76200" cy="76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297" y="6451944"/>
              <a:ext cx="76200" cy="76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297" y="7566369"/>
              <a:ext cx="76200" cy="76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297" y="8680794"/>
              <a:ext cx="76200" cy="761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4472" y="1778337"/>
            <a:ext cx="11572240" cy="7826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Arial MT"/>
                <a:cs typeface="Arial MT"/>
              </a:rPr>
              <a:t>Krushi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Aera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AI</a:t>
            </a:r>
            <a:r>
              <a:rPr sz="2100" spc="2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offers</a:t>
            </a:r>
            <a:r>
              <a:rPr sz="2100" spc="2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</a:t>
            </a:r>
            <a:r>
              <a:rPr sz="2100" spc="1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AI-orchestrated,</a:t>
            </a:r>
            <a:r>
              <a:rPr sz="2100" spc="2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end-to-end</a:t>
            </a:r>
            <a:r>
              <a:rPr sz="2100" spc="2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solution</a:t>
            </a:r>
            <a:r>
              <a:rPr sz="2100" spc="2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2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improves</a:t>
            </a:r>
            <a:r>
              <a:rPr sz="2100" spc="2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resource</a:t>
            </a:r>
            <a:r>
              <a:rPr sz="2100" spc="2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efficiency, </a:t>
            </a:r>
            <a:r>
              <a:rPr sz="2100" dirty="0">
                <a:latin typeface="Arial MT"/>
                <a:cs typeface="Arial MT"/>
              </a:rPr>
              <a:t>market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access,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rural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livelihoods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without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owning</a:t>
            </a:r>
            <a:r>
              <a:rPr sz="2100" spc="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physical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infrastructure.</a:t>
            </a:r>
            <a:endParaRPr sz="210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405"/>
              </a:spcBef>
            </a:pPr>
            <a:r>
              <a:rPr sz="2100" b="1" dirty="0">
                <a:latin typeface="Arial"/>
                <a:cs typeface="Arial"/>
              </a:rPr>
              <a:t>Smart</a:t>
            </a:r>
            <a:r>
              <a:rPr sz="2100" b="1" spc="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Resource</a:t>
            </a:r>
            <a:r>
              <a:rPr sz="2100" b="1" spc="4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&amp;</a:t>
            </a:r>
            <a:r>
              <a:rPr sz="2100" b="1" spc="4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Harvest</a:t>
            </a:r>
            <a:r>
              <a:rPr sz="2100" b="1" spc="4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Planning</a:t>
            </a:r>
            <a:endParaRPr sz="2100">
              <a:latin typeface="Arial"/>
              <a:cs typeface="Arial"/>
            </a:endParaRPr>
          </a:p>
          <a:p>
            <a:pPr marL="471170" marR="258445" indent="-384175">
              <a:lnSpc>
                <a:spcPct val="116100"/>
              </a:lnSpc>
            </a:pPr>
            <a:r>
              <a:rPr sz="2100" dirty="0">
                <a:latin typeface="Arial MT"/>
                <a:cs typeface="Arial MT"/>
              </a:rPr>
              <a:t>AI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recommends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best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time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harvest,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store,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sell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reduce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waste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water/input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misuse </a:t>
            </a:r>
            <a:r>
              <a:rPr sz="2100" dirty="0">
                <a:latin typeface="Arial MT"/>
                <a:cs typeface="Arial MT"/>
              </a:rPr>
              <a:t>AI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Marketplace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&amp;</a:t>
            </a:r>
            <a:r>
              <a:rPr sz="2100" spc="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Fair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Price</a:t>
            </a:r>
            <a:r>
              <a:rPr sz="2100" spc="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Discovery</a:t>
            </a: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ct val="116100"/>
              </a:lnSpc>
            </a:pPr>
            <a:r>
              <a:rPr sz="2100" dirty="0">
                <a:latin typeface="Arial MT"/>
                <a:cs typeface="Arial MT"/>
              </a:rPr>
              <a:t>Farmers</a:t>
            </a:r>
            <a:r>
              <a:rPr sz="2100" spc="5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5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buyers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list</a:t>
            </a:r>
            <a:r>
              <a:rPr sz="2100" spc="5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availability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5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demand;</a:t>
            </a:r>
            <a:r>
              <a:rPr sz="2100" spc="39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AI</a:t>
            </a:r>
            <a:r>
              <a:rPr sz="2100" spc="5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predicts</a:t>
            </a:r>
            <a:r>
              <a:rPr sz="2100" spc="5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transparent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price</a:t>
            </a:r>
            <a:r>
              <a:rPr sz="2100" spc="50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ranges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using </a:t>
            </a:r>
            <a:r>
              <a:rPr sz="2100" dirty="0">
                <a:latin typeface="Arial MT"/>
                <a:cs typeface="Arial MT"/>
              </a:rPr>
              <a:t>market</a:t>
            </a:r>
            <a:r>
              <a:rPr sz="2100" spc="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intelligence.</a:t>
            </a:r>
            <a:endParaRPr sz="210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400"/>
              </a:spcBef>
            </a:pPr>
            <a:r>
              <a:rPr sz="2100" b="1" dirty="0">
                <a:latin typeface="Arial"/>
                <a:cs typeface="Arial"/>
              </a:rPr>
              <a:t>AI-Assisted</a:t>
            </a:r>
            <a:r>
              <a:rPr sz="2100" b="1" spc="6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Negotiation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tabLst>
                <a:tab pos="1550670" algn="l"/>
                <a:tab pos="2024380" algn="l"/>
                <a:tab pos="3683000" algn="l"/>
                <a:tab pos="4651375" algn="l"/>
                <a:tab pos="5705475" algn="l"/>
                <a:tab pos="6733540" algn="l"/>
                <a:tab pos="7582534" algn="l"/>
                <a:tab pos="8430895" algn="l"/>
                <a:tab pos="9564370" algn="l"/>
              </a:tabLst>
            </a:pPr>
            <a:r>
              <a:rPr sz="2100" dirty="0">
                <a:latin typeface="Arial MT"/>
                <a:cs typeface="Arial MT"/>
              </a:rPr>
              <a:t>Multi-</a:t>
            </a:r>
            <a:r>
              <a:rPr sz="2100" spc="-10" dirty="0">
                <a:latin typeface="Arial MT"/>
                <a:cs typeface="Arial MT"/>
              </a:rPr>
              <a:t>factor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25" dirty="0">
                <a:latin typeface="Arial MT"/>
                <a:cs typeface="Arial MT"/>
              </a:rPr>
              <a:t>AI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10" dirty="0">
                <a:latin typeface="Arial MT"/>
                <a:cs typeface="Arial MT"/>
              </a:rPr>
              <a:t>optimisation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10" dirty="0">
                <a:latin typeface="Arial MT"/>
                <a:cs typeface="Arial MT"/>
              </a:rPr>
              <a:t>(price,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10" dirty="0">
                <a:latin typeface="Arial MT"/>
                <a:cs typeface="Arial MT"/>
              </a:rPr>
              <a:t>quality,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10" dirty="0">
                <a:latin typeface="Arial MT"/>
                <a:cs typeface="Arial MT"/>
              </a:rPr>
              <a:t>timing)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10" dirty="0">
                <a:latin typeface="Arial MT"/>
                <a:cs typeface="Arial MT"/>
              </a:rPr>
              <a:t>gives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10" dirty="0">
                <a:latin typeface="Arial MT"/>
                <a:cs typeface="Arial MT"/>
              </a:rPr>
              <a:t>small</a:t>
            </a:r>
            <a:r>
              <a:rPr sz="2100" dirty="0">
                <a:latin typeface="Arial MT"/>
                <a:cs typeface="Arial MT"/>
              </a:rPr>
              <a:t>	</a:t>
            </a:r>
            <a:r>
              <a:rPr sz="2100" spc="-10" dirty="0">
                <a:latin typeface="Arial MT"/>
                <a:cs typeface="Arial MT"/>
              </a:rPr>
              <a:t>farmers</a:t>
            </a:r>
            <a:r>
              <a:rPr sz="2100" dirty="0">
                <a:latin typeface="Arial MT"/>
                <a:cs typeface="Arial MT"/>
              </a:rPr>
              <a:t>	institutional-</a:t>
            </a:r>
            <a:r>
              <a:rPr sz="2100" spc="-10" dirty="0">
                <a:latin typeface="Arial MT"/>
                <a:cs typeface="Arial MT"/>
              </a:rPr>
              <a:t>level </a:t>
            </a:r>
            <a:r>
              <a:rPr sz="2100" dirty="0">
                <a:latin typeface="Arial MT"/>
                <a:cs typeface="Arial MT"/>
              </a:rPr>
              <a:t>bargaining</a:t>
            </a:r>
            <a:r>
              <a:rPr sz="2100" spc="8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power.</a:t>
            </a:r>
            <a:endParaRPr sz="210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405"/>
              </a:spcBef>
            </a:pPr>
            <a:r>
              <a:rPr sz="2100" b="1" dirty="0">
                <a:latin typeface="Arial"/>
                <a:cs typeface="Arial"/>
              </a:rPr>
              <a:t>Quality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Grading</a:t>
            </a:r>
            <a:r>
              <a:rPr sz="2100" b="1" spc="2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&amp;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Premium</a:t>
            </a:r>
            <a:r>
              <a:rPr sz="2100" b="1" spc="2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Mapping</a:t>
            </a:r>
            <a:endParaRPr sz="2100">
              <a:latin typeface="Arial"/>
              <a:cs typeface="Arial"/>
            </a:endParaRPr>
          </a:p>
          <a:p>
            <a:pPr marL="87630">
              <a:lnSpc>
                <a:spcPct val="100000"/>
              </a:lnSpc>
              <a:spcBef>
                <a:spcPts val="405"/>
              </a:spcBef>
            </a:pPr>
            <a:r>
              <a:rPr sz="2100" dirty="0">
                <a:latin typeface="Arial MT"/>
                <a:cs typeface="Arial MT"/>
              </a:rPr>
              <a:t>quality</a:t>
            </a:r>
            <a:r>
              <a:rPr sz="2100" spc="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grading</a:t>
            </a:r>
            <a:r>
              <a:rPr sz="2100" spc="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ensures</a:t>
            </a:r>
            <a:r>
              <a:rPr sz="2100" spc="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high-quality</a:t>
            </a:r>
            <a:r>
              <a:rPr sz="2100" spc="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produce</a:t>
            </a:r>
            <a:r>
              <a:rPr sz="2100" spc="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earns</a:t>
            </a:r>
            <a:r>
              <a:rPr sz="2100" spc="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fair</a:t>
            </a:r>
            <a:r>
              <a:rPr sz="2100" spc="5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premiums.</a:t>
            </a:r>
            <a:endParaRPr sz="210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405"/>
              </a:spcBef>
            </a:pPr>
            <a:r>
              <a:rPr sz="2100" b="1" dirty="0">
                <a:latin typeface="Arial"/>
                <a:cs typeface="Arial"/>
              </a:rPr>
              <a:t>Cold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Storage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&amp;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Logistics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Intelligence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</a:pPr>
            <a:r>
              <a:rPr sz="2100" dirty="0">
                <a:latin typeface="Arial MT"/>
                <a:cs typeface="Arial MT"/>
              </a:rPr>
              <a:t>AI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suggests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storage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20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transport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options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only</a:t>
            </a:r>
            <a:r>
              <a:rPr sz="2100" spc="20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economically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viable—logistics</a:t>
            </a:r>
            <a:r>
              <a:rPr sz="2100" spc="204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20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integrated,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owned.</a:t>
            </a:r>
            <a:endParaRPr sz="210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405"/>
              </a:spcBef>
            </a:pPr>
            <a:r>
              <a:rPr sz="2100" b="1" dirty="0">
                <a:latin typeface="Arial"/>
                <a:cs typeface="Arial"/>
              </a:rPr>
              <a:t>Ecosystem</a:t>
            </a:r>
            <a:r>
              <a:rPr sz="2100" b="1" spc="5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Partner</a:t>
            </a:r>
            <a:r>
              <a:rPr sz="2100" b="1" spc="5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Enablement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</a:pPr>
            <a:r>
              <a:rPr sz="2100" dirty="0">
                <a:latin typeface="Arial MT"/>
                <a:cs typeface="Arial MT"/>
              </a:rPr>
              <a:t>Local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transporters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rural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liaisons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are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onboarded</a:t>
            </a:r>
            <a:r>
              <a:rPr sz="2100" spc="3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independent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service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partners,</a:t>
            </a:r>
            <a:r>
              <a:rPr sz="2100" spc="3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creating employment.</a:t>
            </a:r>
            <a:endParaRPr sz="210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405"/>
              </a:spcBef>
            </a:pPr>
            <a:r>
              <a:rPr sz="2100" b="1" dirty="0">
                <a:latin typeface="Arial"/>
                <a:cs typeface="Arial"/>
              </a:rPr>
              <a:t>Compliance</a:t>
            </a:r>
            <a:r>
              <a:rPr sz="2100" b="1" spc="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&amp;</a:t>
            </a:r>
            <a:r>
              <a:rPr sz="2100" b="1" spc="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Secure</a:t>
            </a:r>
            <a:r>
              <a:rPr sz="2100" b="1" spc="3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Payments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</a:pPr>
            <a:r>
              <a:rPr sz="2100" dirty="0">
                <a:latin typeface="Arial MT"/>
                <a:cs typeface="Arial MT"/>
              </a:rPr>
              <a:t>Auto-generated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contracts,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GST/FSSAI</a:t>
            </a:r>
            <a:r>
              <a:rPr sz="2100" spc="5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documents,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5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escrow-based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payments</a:t>
            </a:r>
            <a:r>
              <a:rPr sz="2100" spc="5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ensure</a:t>
            </a:r>
            <a:r>
              <a:rPr sz="2100" spc="509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trust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transparency.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4405" y="1165731"/>
            <a:ext cx="542924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0176" y="3285103"/>
          <a:ext cx="10852785" cy="4676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3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3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3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9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500" spc="-20" dirty="0">
                          <a:latin typeface="Arial Black"/>
                          <a:cs typeface="Arial Black"/>
                        </a:rPr>
                        <a:t>Case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500" spc="-75" dirty="0">
                          <a:latin typeface="Arial Black"/>
                          <a:cs typeface="Arial Black"/>
                        </a:rPr>
                        <a:t>Crop</a:t>
                      </a:r>
                      <a:r>
                        <a:rPr sz="15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350" dirty="0">
                          <a:latin typeface="Arial Black"/>
                          <a:cs typeface="Arial Black"/>
                        </a:rPr>
                        <a:t>&amp;</a:t>
                      </a:r>
                      <a:r>
                        <a:rPr sz="15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Scenario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500" spc="-85" dirty="0">
                          <a:latin typeface="Arial Black"/>
                          <a:cs typeface="Arial Black"/>
                        </a:rPr>
                        <a:t>Problem</a:t>
                      </a:r>
                      <a:r>
                        <a:rPr sz="1500" spc="-9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Today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883919">
                        <a:lnSpc>
                          <a:spcPct val="116700"/>
                        </a:lnSpc>
                        <a:spcBef>
                          <a:spcPts val="5"/>
                        </a:spcBef>
                      </a:pPr>
                      <a:r>
                        <a:rPr sz="1500" spc="-125" dirty="0">
                          <a:latin typeface="Arial Black"/>
                          <a:cs typeface="Arial Black"/>
                        </a:rPr>
                        <a:t>Krushi</a:t>
                      </a:r>
                      <a:r>
                        <a:rPr sz="1500" spc="-114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25" dirty="0">
                          <a:latin typeface="Arial Black"/>
                          <a:cs typeface="Arial Black"/>
                        </a:rPr>
                        <a:t>Era</a:t>
                      </a:r>
                      <a:r>
                        <a:rPr sz="1500" spc="-11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0" dirty="0">
                          <a:latin typeface="Arial Black"/>
                          <a:cs typeface="Arial Black"/>
                        </a:rPr>
                        <a:t>AI </a:t>
                      </a:r>
                      <a:r>
                        <a:rPr sz="1500" spc="-65" dirty="0">
                          <a:latin typeface="Arial Black"/>
                          <a:cs typeface="Arial Black"/>
                        </a:rPr>
                        <a:t>Intervention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6604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500" spc="-105" dirty="0">
                          <a:latin typeface="Arial Black"/>
                          <a:cs typeface="Arial Black"/>
                        </a:rPr>
                        <a:t>Outcome</a:t>
                      </a:r>
                      <a:r>
                        <a:rPr sz="1500" spc="-114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350" dirty="0">
                          <a:latin typeface="Arial Black"/>
                          <a:cs typeface="Arial Black"/>
                        </a:rPr>
                        <a:t>&amp;</a:t>
                      </a:r>
                      <a:r>
                        <a:rPr sz="1500" spc="-114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Impact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500" spc="-150" dirty="0">
                          <a:latin typeface="Arial Black"/>
                          <a:cs typeface="Arial Black"/>
                        </a:rPr>
                        <a:t>Case</a:t>
                      </a:r>
                      <a:r>
                        <a:rPr sz="1500" spc="-1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50" dirty="0">
                          <a:latin typeface="Arial Black"/>
                          <a:cs typeface="Arial Black"/>
                        </a:rPr>
                        <a:t>1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530225">
                        <a:lnSpc>
                          <a:spcPct val="116700"/>
                        </a:lnSpc>
                        <a:spcBef>
                          <a:spcPts val="5"/>
                        </a:spcBef>
                      </a:pPr>
                      <a:r>
                        <a:rPr sz="1500" spc="-110" dirty="0">
                          <a:latin typeface="Arial Black"/>
                          <a:cs typeface="Arial Black"/>
                        </a:rPr>
                        <a:t>Tomato</a:t>
                      </a:r>
                      <a:r>
                        <a:rPr sz="15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110" dirty="0">
                          <a:latin typeface="Arial Black"/>
                          <a:cs typeface="Arial Black"/>
                        </a:rPr>
                        <a:t>–</a:t>
                      </a:r>
                      <a:r>
                        <a:rPr sz="150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75" dirty="0">
                          <a:latin typeface="Arial Black"/>
                          <a:cs typeface="Arial Black"/>
                        </a:rPr>
                        <a:t>Excess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Production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6604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Prices</a:t>
                      </a:r>
                      <a:r>
                        <a:rPr sz="1500" spc="55" dirty="0">
                          <a:latin typeface="Microsoft Sans Serif"/>
                          <a:cs typeface="Microsoft Sans Serif"/>
                        </a:rPr>
                        <a:t> crash </a:t>
                      </a:r>
                      <a:r>
                        <a:rPr sz="1500" spc="140" dirty="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15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125" dirty="0">
                          <a:latin typeface="Microsoft Sans Serif"/>
                          <a:cs typeface="Microsoft Sans Serif"/>
                        </a:rPr>
                        <a:t>₹3–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5565" marR="243840">
                        <a:lnSpc>
                          <a:spcPct val="116700"/>
                        </a:lnSpc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₹5/kg;</a:t>
                      </a:r>
                      <a:r>
                        <a:rPr sz="15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60" dirty="0">
                          <a:latin typeface="Microsoft Sans Serif"/>
                          <a:cs typeface="Microsoft Sans Serif"/>
                        </a:rPr>
                        <a:t>distress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sales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wastage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49885">
                        <a:lnSpc>
                          <a:spcPct val="1167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AI </a:t>
                      </a:r>
                      <a:r>
                        <a:rPr sz="1500" spc="85" dirty="0">
                          <a:latin typeface="Microsoft Sans Serif"/>
                          <a:cs typeface="Microsoft Sans Serif"/>
                        </a:rPr>
                        <a:t>detects</a:t>
                      </a:r>
                      <a:r>
                        <a:rPr sz="15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0" dirty="0">
                          <a:latin typeface="Microsoft Sans Serif"/>
                          <a:cs typeface="Microsoft Sans Serif"/>
                        </a:rPr>
                        <a:t>regional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oversupply,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6200" marR="262890">
                        <a:lnSpc>
                          <a:spcPct val="116700"/>
                        </a:lnSpc>
                      </a:pP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recommends</a:t>
                      </a:r>
                      <a:r>
                        <a:rPr sz="15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5" dirty="0">
                          <a:latin typeface="Microsoft Sans Serif"/>
                          <a:cs typeface="Microsoft Sans Serif"/>
                        </a:rPr>
                        <a:t>bulk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buyers</a:t>
                      </a:r>
                      <a:r>
                        <a:rPr sz="15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(processors,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7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Farmer</a:t>
                      </a:r>
                      <a:r>
                        <a:rPr sz="1500" spc="1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sells</a:t>
                      </a:r>
                      <a:r>
                        <a:rPr sz="1500" spc="1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100" dirty="0"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15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85" dirty="0">
                          <a:latin typeface="Microsoft Sans Serif"/>
                          <a:cs typeface="Microsoft Sans Serif"/>
                        </a:rPr>
                        <a:t>₹7–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₹9/kg,</a:t>
                      </a:r>
                      <a:r>
                        <a:rPr sz="1500" spc="2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wastage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6200" marR="118745">
                        <a:lnSpc>
                          <a:spcPct val="116700"/>
                        </a:lnSpc>
                      </a:pP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reduced,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buyers </a:t>
                      </a:r>
                      <a:r>
                        <a:rPr sz="1500" spc="50" dirty="0">
                          <a:latin typeface="Microsoft Sans Serif"/>
                          <a:cs typeface="Microsoft Sans Serif"/>
                        </a:rPr>
                        <a:t>secure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bulk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85" dirty="0">
                          <a:latin typeface="Microsoft Sans Serif"/>
                          <a:cs typeface="Microsoft Sans Serif"/>
                        </a:rPr>
                        <a:t>supply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at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57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9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500" spc="-150" dirty="0">
                          <a:latin typeface="Arial Black"/>
                          <a:cs typeface="Arial Black"/>
                        </a:rPr>
                        <a:t>Case</a:t>
                      </a:r>
                      <a:r>
                        <a:rPr sz="1500" spc="-1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50" dirty="0">
                          <a:latin typeface="Arial Black"/>
                          <a:cs typeface="Arial Black"/>
                        </a:rPr>
                        <a:t>2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500" spc="-75" dirty="0">
                          <a:latin typeface="Arial Black"/>
                          <a:cs typeface="Arial Black"/>
                        </a:rPr>
                        <a:t>Onion</a:t>
                      </a:r>
                      <a:r>
                        <a:rPr sz="1500" spc="-1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110" dirty="0">
                          <a:latin typeface="Arial Black"/>
                          <a:cs typeface="Arial Black"/>
                        </a:rPr>
                        <a:t>–</a:t>
                      </a:r>
                      <a:r>
                        <a:rPr sz="1500" spc="-1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5" dirty="0">
                          <a:latin typeface="Arial Black"/>
                          <a:cs typeface="Arial Black"/>
                        </a:rPr>
                        <a:t>Right</a:t>
                      </a:r>
                      <a:r>
                        <a:rPr sz="1500" spc="-1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Timing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Farmers</a:t>
                      </a:r>
                      <a:r>
                        <a:rPr sz="1500" spc="2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30" dirty="0">
                          <a:latin typeface="Microsoft Sans Serif"/>
                          <a:cs typeface="Microsoft Sans Serif"/>
                        </a:rPr>
                        <a:t>sell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5565" marR="142240">
                        <a:lnSpc>
                          <a:spcPct val="116700"/>
                        </a:lnSpc>
                      </a:pP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immediately,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 missing </a:t>
                      </a:r>
                      <a:r>
                        <a:rPr sz="1500" spc="95" dirty="0">
                          <a:latin typeface="Microsoft Sans Serif"/>
                          <a:cs typeface="Microsoft Sans Serif"/>
                        </a:rPr>
                        <a:t>short-</a:t>
                      </a:r>
                      <a:r>
                        <a:rPr sz="1500" spc="110" dirty="0">
                          <a:latin typeface="Microsoft Sans Serif"/>
                          <a:cs typeface="Microsoft Sans Serif"/>
                        </a:rPr>
                        <a:t>term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price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spikes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57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200660" algn="just">
                        <a:lnSpc>
                          <a:spcPct val="1167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AI</a:t>
                      </a:r>
                      <a:r>
                        <a:rPr sz="15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90" dirty="0">
                          <a:latin typeface="Microsoft Sans Serif"/>
                          <a:cs typeface="Microsoft Sans Serif"/>
                        </a:rPr>
                        <a:t>predicts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100" dirty="0">
                          <a:latin typeface="Microsoft Sans Serif"/>
                          <a:cs typeface="Microsoft Sans Serif"/>
                        </a:rPr>
                        <a:t>7–</a:t>
                      </a:r>
                      <a:r>
                        <a:rPr sz="1500" spc="130" dirty="0">
                          <a:latin typeface="Microsoft Sans Serif"/>
                          <a:cs typeface="Microsoft Sans Serif"/>
                        </a:rPr>
                        <a:t>10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45" dirty="0">
                          <a:latin typeface="Microsoft Sans Serif"/>
                          <a:cs typeface="Microsoft Sans Serif"/>
                        </a:rPr>
                        <a:t>day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price</a:t>
                      </a:r>
                      <a:r>
                        <a:rPr sz="15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70" dirty="0">
                          <a:latin typeface="Microsoft Sans Serif"/>
                          <a:cs typeface="Microsoft Sans Serif"/>
                        </a:rPr>
                        <a:t>uptick,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 advises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delayed</a:t>
                      </a:r>
                      <a:r>
                        <a:rPr sz="15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sale</a:t>
                      </a:r>
                      <a:r>
                        <a:rPr sz="15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25" dirty="0">
                          <a:latin typeface="Microsoft Sans Serif"/>
                          <a:cs typeface="Microsoft Sans Serif"/>
                        </a:rPr>
                        <a:t>(no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6200" algn="just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storage),</a:t>
                      </a:r>
                      <a:r>
                        <a:rPr sz="1500" spc="3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60" dirty="0">
                          <a:latin typeface="Microsoft Sans Serif"/>
                          <a:cs typeface="Microsoft Sans Serif"/>
                        </a:rPr>
                        <a:t>matches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7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285750" algn="just">
                        <a:lnSpc>
                          <a:spcPct val="1167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+12–18%</a:t>
                      </a:r>
                      <a:r>
                        <a:rPr sz="15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price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gain, </a:t>
                      </a:r>
                      <a:r>
                        <a:rPr sz="1500" spc="80" dirty="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5" dirty="0">
                          <a:latin typeface="Microsoft Sans Serif"/>
                          <a:cs typeface="Microsoft Sans Serif"/>
                        </a:rPr>
                        <a:t>storage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cost,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5" dirty="0"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change</a:t>
                      </a:r>
                      <a:r>
                        <a:rPr sz="15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1500" spc="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farmer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operations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7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9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500" spc="-150" dirty="0">
                          <a:latin typeface="Arial Black"/>
                          <a:cs typeface="Arial Black"/>
                        </a:rPr>
                        <a:t>Case</a:t>
                      </a:r>
                      <a:r>
                        <a:rPr sz="1500" spc="-1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50" dirty="0">
                          <a:latin typeface="Arial Black"/>
                          <a:cs typeface="Arial Black"/>
                        </a:rPr>
                        <a:t>3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259079">
                        <a:lnSpc>
                          <a:spcPct val="116700"/>
                        </a:lnSpc>
                      </a:pPr>
                      <a:r>
                        <a:rPr sz="1500" spc="-110" dirty="0">
                          <a:latin typeface="Arial Black"/>
                          <a:cs typeface="Arial Black"/>
                        </a:rPr>
                        <a:t>Turmeric</a:t>
                      </a:r>
                      <a:r>
                        <a:rPr sz="1500" spc="-114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110" dirty="0">
                          <a:latin typeface="Arial Black"/>
                          <a:cs typeface="Arial Black"/>
                        </a:rPr>
                        <a:t>–</a:t>
                      </a:r>
                      <a:r>
                        <a:rPr sz="1500" spc="-11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85" dirty="0">
                          <a:latin typeface="Arial Black"/>
                          <a:cs typeface="Arial Black"/>
                        </a:rPr>
                        <a:t>Excess</a:t>
                      </a:r>
                      <a:r>
                        <a:rPr sz="1500" spc="-114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35" dirty="0">
                          <a:latin typeface="Arial Black"/>
                          <a:cs typeface="Arial Black"/>
                        </a:rPr>
                        <a:t>+ </a:t>
                      </a:r>
                      <a:r>
                        <a:rPr sz="1500" spc="-114" dirty="0">
                          <a:latin typeface="Arial Black"/>
                          <a:cs typeface="Arial Black"/>
                        </a:rPr>
                        <a:t>Storage</a:t>
                      </a:r>
                      <a:r>
                        <a:rPr sz="150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204" dirty="0">
                          <a:latin typeface="Arial Black"/>
                          <a:cs typeface="Arial Black"/>
                        </a:rPr>
                        <a:t>+</a:t>
                      </a:r>
                      <a:r>
                        <a:rPr sz="1500" spc="-1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Export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666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146050">
                        <a:lnSpc>
                          <a:spcPct val="116700"/>
                        </a:lnSpc>
                        <a:spcBef>
                          <a:spcPts val="375"/>
                        </a:spcBef>
                      </a:pPr>
                      <a:r>
                        <a:rPr sz="1500" spc="70" dirty="0">
                          <a:latin typeface="Microsoft Sans Serif"/>
                          <a:cs typeface="Microsoft Sans Serif"/>
                        </a:rPr>
                        <a:t>Quality</a:t>
                      </a:r>
                      <a:r>
                        <a:rPr sz="15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90" dirty="0">
                          <a:latin typeface="Microsoft Sans Serif"/>
                          <a:cs typeface="Microsoft Sans Serif"/>
                        </a:rPr>
                        <a:t>produce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5" dirty="0">
                          <a:latin typeface="Microsoft Sans Serif"/>
                          <a:cs typeface="Microsoft Sans Serif"/>
                        </a:rPr>
                        <a:t>sold </a:t>
                      </a:r>
                      <a:r>
                        <a:rPr sz="1500" spc="100" dirty="0"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15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average</a:t>
                      </a: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60" dirty="0">
                          <a:latin typeface="Microsoft Sans Serif"/>
                          <a:cs typeface="Microsoft Sans Serif"/>
                        </a:rPr>
                        <a:t>mandi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5565" marR="847725">
                        <a:lnSpc>
                          <a:spcPct val="116700"/>
                        </a:lnSpc>
                      </a:pP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price;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80" dirty="0">
                          <a:latin typeface="Microsoft Sans Serif"/>
                          <a:cs typeface="Microsoft Sans Serif"/>
                        </a:rPr>
                        <a:t>export </a:t>
                      </a:r>
                      <a:r>
                        <a:rPr sz="1500" spc="90" dirty="0">
                          <a:latin typeface="Microsoft Sans Serif"/>
                          <a:cs typeface="Microsoft Sans Serif"/>
                        </a:rPr>
                        <a:t>premium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70" dirty="0">
                          <a:latin typeface="Microsoft Sans Serif"/>
                          <a:cs typeface="Microsoft Sans Serif"/>
                        </a:rPr>
                        <a:t>lost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7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484505">
                        <a:lnSpc>
                          <a:spcPct val="1167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AI</a:t>
                      </a:r>
                      <a:r>
                        <a:rPr sz="15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grades</a:t>
                      </a:r>
                      <a:r>
                        <a:rPr sz="15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quality, </a:t>
                      </a:r>
                      <a:r>
                        <a:rPr sz="1500" spc="90" dirty="0">
                          <a:latin typeface="Microsoft Sans Serif"/>
                          <a:cs typeface="Microsoft Sans Serif"/>
                        </a:rPr>
                        <a:t>predicts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80" dirty="0">
                          <a:latin typeface="Microsoft Sans Serif"/>
                          <a:cs typeface="Microsoft Sans Serif"/>
                        </a:rPr>
                        <a:t>export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6200" marR="509905">
                        <a:lnSpc>
                          <a:spcPct val="116700"/>
                        </a:lnSpc>
                      </a:pPr>
                      <a:r>
                        <a:rPr sz="1500" spc="80" dirty="0">
                          <a:latin typeface="Microsoft Sans Serif"/>
                          <a:cs typeface="Microsoft Sans Serif"/>
                        </a:rPr>
                        <a:t>demand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5" dirty="0">
                          <a:latin typeface="Microsoft Sans Serif"/>
                          <a:cs typeface="Microsoft Sans Serif"/>
                        </a:rPr>
                        <a:t>window, </a:t>
                      </a:r>
                      <a:r>
                        <a:rPr sz="1500" spc="65" dirty="0">
                          <a:latin typeface="Microsoft Sans Serif"/>
                          <a:cs typeface="Microsoft Sans Serif"/>
                        </a:rPr>
                        <a:t>recommends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7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673100">
                        <a:lnSpc>
                          <a:spcPct val="116700"/>
                        </a:lnSpc>
                        <a:spcBef>
                          <a:spcPts val="375"/>
                        </a:spcBef>
                      </a:pPr>
                      <a:r>
                        <a:rPr sz="1500" spc="80" dirty="0">
                          <a:latin typeface="Microsoft Sans Serif"/>
                          <a:cs typeface="Microsoft Sans Serif"/>
                        </a:rPr>
                        <a:t>25–</a:t>
                      </a:r>
                      <a:r>
                        <a:rPr sz="1500" spc="120" dirty="0">
                          <a:latin typeface="Microsoft Sans Serif"/>
                          <a:cs typeface="Microsoft Sans Serif"/>
                        </a:rPr>
                        <a:t>30%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0" dirty="0">
                          <a:latin typeface="Microsoft Sans Serif"/>
                          <a:cs typeface="Microsoft Sans Serif"/>
                        </a:rPr>
                        <a:t>higher </a:t>
                      </a:r>
                      <a:r>
                        <a:rPr sz="1500" spc="85" dirty="0">
                          <a:latin typeface="Microsoft Sans Serif"/>
                          <a:cs typeface="Microsoft Sans Serif"/>
                        </a:rPr>
                        <a:t>farmer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50" dirty="0">
                          <a:latin typeface="Microsoft Sans Serif"/>
                          <a:cs typeface="Microsoft Sans Serif"/>
                        </a:rPr>
                        <a:t>income,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76200" marR="212725">
                        <a:lnSpc>
                          <a:spcPct val="116700"/>
                        </a:lnSpc>
                      </a:pPr>
                      <a:r>
                        <a:rPr sz="1500" spc="75" dirty="0">
                          <a:latin typeface="Microsoft Sans Serif"/>
                          <a:cs typeface="Microsoft Sans Serif"/>
                        </a:rPr>
                        <a:t>traceable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85" dirty="0">
                          <a:latin typeface="Microsoft Sans Serif"/>
                          <a:cs typeface="Microsoft Sans Serif"/>
                        </a:rPr>
                        <a:t>supply</a:t>
                      </a: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95" dirty="0">
                          <a:latin typeface="Microsoft Sans Serif"/>
                          <a:cs typeface="Microsoft Sans Serif"/>
                        </a:rPr>
                        <a:t>for </a:t>
                      </a:r>
                      <a:r>
                        <a:rPr sz="1500" spc="70" dirty="0">
                          <a:latin typeface="Microsoft Sans Serif"/>
                          <a:cs typeface="Microsoft Sans Serif"/>
                        </a:rPr>
                        <a:t>exporter,</a:t>
                      </a:r>
                      <a:r>
                        <a:rPr sz="15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40" dirty="0">
                          <a:latin typeface="Microsoft Sans Serif"/>
                          <a:cs typeface="Microsoft Sans Serif"/>
                        </a:rPr>
                        <a:t>service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76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511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Process</a:t>
            </a:r>
            <a:r>
              <a:rPr sz="3400" spc="-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flow</a:t>
            </a:r>
            <a:r>
              <a:rPr sz="3400" spc="-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diagram</a:t>
            </a:r>
            <a:r>
              <a:rPr sz="3400" spc="-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or</a:t>
            </a:r>
            <a:r>
              <a:rPr sz="3400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Use-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case</a:t>
            </a:r>
            <a:r>
              <a:rPr sz="3400" spc="-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diagram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9190" y="1205542"/>
            <a:ext cx="5476874" cy="8848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Architecture</a:t>
            </a:r>
            <a:r>
              <a:rPr sz="3400" spc="-10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diagram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-742949"/>
            <a:ext cx="19030950" cy="10360025"/>
            <a:chOff x="0" y="-742949"/>
            <a:chExt cx="19030950" cy="10360025"/>
          </a:xfrm>
        </p:grpSpPr>
        <p:sp>
          <p:nvSpPr>
            <p:cNvPr id="4" name="object 4"/>
            <p:cNvSpPr/>
            <p:nvPr/>
          </p:nvSpPr>
          <p:spPr>
            <a:xfrm>
              <a:off x="16193365" y="0"/>
              <a:ext cx="2094864" cy="1694180"/>
            </a:xfrm>
            <a:custGeom>
              <a:avLst/>
              <a:gdLst/>
              <a:ahLst/>
              <a:cxnLst/>
              <a:rect l="l" t="t" r="r" b="b"/>
              <a:pathLst>
                <a:path w="2094865" h="1694180">
                  <a:moveTo>
                    <a:pt x="2094634" y="1694170"/>
                  </a:moveTo>
                  <a:lnTo>
                    <a:pt x="2088754" y="1692577"/>
                  </a:lnTo>
                  <a:lnTo>
                    <a:pt x="2042120" y="1692577"/>
                  </a:lnTo>
                  <a:lnTo>
                    <a:pt x="1995754" y="1679877"/>
                  </a:lnTo>
                  <a:lnTo>
                    <a:pt x="1949666" y="1679877"/>
                  </a:lnTo>
                  <a:lnTo>
                    <a:pt x="1858353" y="1654477"/>
                  </a:lnTo>
                  <a:lnTo>
                    <a:pt x="1813144" y="1654477"/>
                  </a:lnTo>
                  <a:lnTo>
                    <a:pt x="1548669" y="1578277"/>
                  </a:lnTo>
                  <a:lnTo>
                    <a:pt x="1505795" y="1552877"/>
                  </a:lnTo>
                  <a:lnTo>
                    <a:pt x="1421154" y="1527477"/>
                  </a:lnTo>
                  <a:lnTo>
                    <a:pt x="1379403" y="1502077"/>
                  </a:lnTo>
                  <a:lnTo>
                    <a:pt x="1338041" y="1489377"/>
                  </a:lnTo>
                  <a:lnTo>
                    <a:pt x="1297079" y="1463977"/>
                  </a:lnTo>
                  <a:lnTo>
                    <a:pt x="1256522" y="1451277"/>
                  </a:lnTo>
                  <a:lnTo>
                    <a:pt x="1216381" y="1425877"/>
                  </a:lnTo>
                  <a:lnTo>
                    <a:pt x="1176661" y="1413177"/>
                  </a:lnTo>
                  <a:lnTo>
                    <a:pt x="1098524" y="1362377"/>
                  </a:lnTo>
                  <a:lnTo>
                    <a:pt x="1022173" y="1311577"/>
                  </a:lnTo>
                  <a:lnTo>
                    <a:pt x="947676" y="1260777"/>
                  </a:lnTo>
                  <a:lnTo>
                    <a:pt x="875096" y="1209977"/>
                  </a:lnTo>
                  <a:lnTo>
                    <a:pt x="839545" y="1184577"/>
                  </a:lnTo>
                  <a:lnTo>
                    <a:pt x="804498" y="1159177"/>
                  </a:lnTo>
                  <a:lnTo>
                    <a:pt x="769962" y="1133777"/>
                  </a:lnTo>
                  <a:lnTo>
                    <a:pt x="735946" y="1095677"/>
                  </a:lnTo>
                  <a:lnTo>
                    <a:pt x="702458" y="1070277"/>
                  </a:lnTo>
                  <a:lnTo>
                    <a:pt x="669507" y="1044877"/>
                  </a:lnTo>
                  <a:lnTo>
                    <a:pt x="637099" y="1006777"/>
                  </a:lnTo>
                  <a:lnTo>
                    <a:pt x="605243" y="981377"/>
                  </a:lnTo>
                  <a:lnTo>
                    <a:pt x="573948" y="943277"/>
                  </a:lnTo>
                  <a:lnTo>
                    <a:pt x="543221" y="917877"/>
                  </a:lnTo>
                  <a:lnTo>
                    <a:pt x="513071" y="879777"/>
                  </a:lnTo>
                  <a:lnTo>
                    <a:pt x="483505" y="854377"/>
                  </a:lnTo>
                  <a:lnTo>
                    <a:pt x="454532" y="816277"/>
                  </a:lnTo>
                  <a:lnTo>
                    <a:pt x="426159" y="778177"/>
                  </a:lnTo>
                  <a:lnTo>
                    <a:pt x="398396" y="740077"/>
                  </a:lnTo>
                  <a:lnTo>
                    <a:pt x="371249" y="714677"/>
                  </a:lnTo>
                  <a:lnTo>
                    <a:pt x="344727" y="676577"/>
                  </a:lnTo>
                  <a:lnTo>
                    <a:pt x="318839" y="638477"/>
                  </a:lnTo>
                  <a:lnTo>
                    <a:pt x="293592" y="600377"/>
                  </a:lnTo>
                  <a:lnTo>
                    <a:pt x="268994" y="562277"/>
                  </a:lnTo>
                  <a:lnTo>
                    <a:pt x="245054" y="524177"/>
                  </a:lnTo>
                  <a:lnTo>
                    <a:pt x="221779" y="486077"/>
                  </a:lnTo>
                  <a:lnTo>
                    <a:pt x="199178" y="447977"/>
                  </a:lnTo>
                  <a:lnTo>
                    <a:pt x="177258" y="409877"/>
                  </a:lnTo>
                  <a:lnTo>
                    <a:pt x="156028" y="371777"/>
                  </a:lnTo>
                  <a:lnTo>
                    <a:pt x="135497" y="333677"/>
                  </a:lnTo>
                  <a:lnTo>
                    <a:pt x="115671" y="282877"/>
                  </a:lnTo>
                  <a:lnTo>
                    <a:pt x="96559" y="244777"/>
                  </a:lnTo>
                  <a:lnTo>
                    <a:pt x="78170" y="206677"/>
                  </a:lnTo>
                  <a:lnTo>
                    <a:pt x="60510" y="168577"/>
                  </a:lnTo>
                  <a:lnTo>
                    <a:pt x="43590" y="117777"/>
                  </a:lnTo>
                  <a:lnTo>
                    <a:pt x="27415" y="79677"/>
                  </a:lnTo>
                  <a:lnTo>
                    <a:pt x="11996" y="41577"/>
                  </a:lnTo>
                  <a:lnTo>
                    <a:pt x="0" y="0"/>
                  </a:lnTo>
                  <a:lnTo>
                    <a:pt x="2094634" y="0"/>
                  </a:lnTo>
                  <a:lnTo>
                    <a:pt x="2094634" y="1694170"/>
                  </a:lnTo>
                  <a:close/>
                </a:path>
              </a:pathLst>
            </a:custGeom>
            <a:solidFill>
              <a:srgbClr val="0F6761">
                <a:alpha val="32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195447" y="0"/>
              <a:ext cx="2092960" cy="1689735"/>
            </a:xfrm>
            <a:custGeom>
              <a:avLst/>
              <a:gdLst/>
              <a:ahLst/>
              <a:cxnLst/>
              <a:rect l="l" t="t" r="r" b="b"/>
              <a:pathLst>
                <a:path w="2092959" h="1689735">
                  <a:moveTo>
                    <a:pt x="2014580" y="1679748"/>
                  </a:moveTo>
                  <a:lnTo>
                    <a:pt x="2039979" y="1683355"/>
                  </a:lnTo>
                  <a:lnTo>
                    <a:pt x="2086612" y="1689088"/>
                  </a:lnTo>
                  <a:lnTo>
                    <a:pt x="2092551" y="1689705"/>
                  </a:lnTo>
                </a:path>
                <a:path w="2092959" h="1689735">
                  <a:moveTo>
                    <a:pt x="1868037" y="1654348"/>
                  </a:moveTo>
                  <a:lnTo>
                    <a:pt x="1901726" y="1661078"/>
                  </a:lnTo>
                  <a:lnTo>
                    <a:pt x="1947528" y="1669342"/>
                  </a:lnTo>
                  <a:lnTo>
                    <a:pt x="1993615" y="1676770"/>
                  </a:lnTo>
                  <a:lnTo>
                    <a:pt x="2014580" y="1679748"/>
                  </a:lnTo>
                </a:path>
                <a:path w="2092959" h="1689735">
                  <a:moveTo>
                    <a:pt x="0" y="0"/>
                  </a:moveTo>
                  <a:lnTo>
                    <a:pt x="25327" y="72098"/>
                  </a:lnTo>
                  <a:lnTo>
                    <a:pt x="41501" y="114605"/>
                  </a:lnTo>
                  <a:lnTo>
                    <a:pt x="58422" y="156737"/>
                  </a:lnTo>
                  <a:lnTo>
                    <a:pt x="76080" y="198488"/>
                  </a:lnTo>
                  <a:lnTo>
                    <a:pt x="94469" y="239848"/>
                  </a:lnTo>
                  <a:lnTo>
                    <a:pt x="113581" y="280809"/>
                  </a:lnTo>
                  <a:lnTo>
                    <a:pt x="133406" y="321365"/>
                  </a:lnTo>
                  <a:lnTo>
                    <a:pt x="153937" y="361505"/>
                  </a:lnTo>
                  <a:lnTo>
                    <a:pt x="175166" y="401223"/>
                  </a:lnTo>
                  <a:lnTo>
                    <a:pt x="197085" y="440511"/>
                  </a:lnTo>
                  <a:lnTo>
                    <a:pt x="219686" y="479359"/>
                  </a:lnTo>
                  <a:lnTo>
                    <a:pt x="242960" y="517761"/>
                  </a:lnTo>
                  <a:lnTo>
                    <a:pt x="266900" y="555707"/>
                  </a:lnTo>
                  <a:lnTo>
                    <a:pt x="291497" y="593191"/>
                  </a:lnTo>
                  <a:lnTo>
                    <a:pt x="316744" y="630203"/>
                  </a:lnTo>
                  <a:lnTo>
                    <a:pt x="342631" y="666736"/>
                  </a:lnTo>
                  <a:lnTo>
                    <a:pt x="369152" y="702781"/>
                  </a:lnTo>
                  <a:lnTo>
                    <a:pt x="396298" y="738331"/>
                  </a:lnTo>
                  <a:lnTo>
                    <a:pt x="424061" y="773378"/>
                  </a:lnTo>
                  <a:lnTo>
                    <a:pt x="452433" y="807912"/>
                  </a:lnTo>
                  <a:lnTo>
                    <a:pt x="481405" y="841927"/>
                  </a:lnTo>
                  <a:lnTo>
                    <a:pt x="510970" y="875414"/>
                  </a:lnTo>
                  <a:lnTo>
                    <a:pt x="541120" y="908365"/>
                  </a:lnTo>
                  <a:lnTo>
                    <a:pt x="571846" y="940772"/>
                  </a:lnTo>
                  <a:lnTo>
                    <a:pt x="603140" y="972627"/>
                  </a:lnTo>
                  <a:lnTo>
                    <a:pt x="634995" y="1003921"/>
                  </a:lnTo>
                  <a:lnTo>
                    <a:pt x="667402" y="1034647"/>
                  </a:lnTo>
                  <a:lnTo>
                    <a:pt x="700353" y="1064797"/>
                  </a:lnTo>
                  <a:lnTo>
                    <a:pt x="733840" y="1094362"/>
                  </a:lnTo>
                  <a:lnTo>
                    <a:pt x="767855" y="1123335"/>
                  </a:lnTo>
                  <a:lnTo>
                    <a:pt x="802389" y="1151706"/>
                  </a:lnTo>
                  <a:lnTo>
                    <a:pt x="837436" y="1179469"/>
                  </a:lnTo>
                  <a:lnTo>
                    <a:pt x="872986" y="1206615"/>
                  </a:lnTo>
                  <a:lnTo>
                    <a:pt x="909031" y="1233136"/>
                  </a:lnTo>
                  <a:lnTo>
                    <a:pt x="945564" y="1259024"/>
                  </a:lnTo>
                  <a:lnTo>
                    <a:pt x="982576" y="1284270"/>
                  </a:lnTo>
                  <a:lnTo>
                    <a:pt x="1020060" y="1308867"/>
                  </a:lnTo>
                  <a:lnTo>
                    <a:pt x="1058006" y="1332807"/>
                  </a:lnTo>
                  <a:lnTo>
                    <a:pt x="1096408" y="1356081"/>
                  </a:lnTo>
                  <a:lnTo>
                    <a:pt x="1135256" y="1378682"/>
                  </a:lnTo>
                  <a:lnTo>
                    <a:pt x="1174544" y="1400601"/>
                  </a:lnTo>
                  <a:lnTo>
                    <a:pt x="1214262" y="1421830"/>
                  </a:lnTo>
                  <a:lnTo>
                    <a:pt x="1254403" y="1442361"/>
                  </a:lnTo>
                  <a:lnTo>
                    <a:pt x="1294958" y="1462187"/>
                  </a:lnTo>
                  <a:lnTo>
                    <a:pt x="1335920" y="1481298"/>
                  </a:lnTo>
                  <a:lnTo>
                    <a:pt x="1377280" y="1499687"/>
                  </a:lnTo>
                  <a:lnTo>
                    <a:pt x="1419030" y="1517346"/>
                  </a:lnTo>
                  <a:lnTo>
                    <a:pt x="1461163" y="1534266"/>
                  </a:lnTo>
                  <a:lnTo>
                    <a:pt x="1503669" y="1550440"/>
                  </a:lnTo>
                  <a:lnTo>
                    <a:pt x="1546542" y="1565859"/>
                  </a:lnTo>
                  <a:lnTo>
                    <a:pt x="1589772" y="1580516"/>
                  </a:lnTo>
                  <a:lnTo>
                    <a:pt x="1633352" y="1594402"/>
                  </a:lnTo>
                  <a:lnTo>
                    <a:pt x="1677274" y="1607509"/>
                  </a:lnTo>
                  <a:lnTo>
                    <a:pt x="1721530" y="1619829"/>
                  </a:lnTo>
                  <a:lnTo>
                    <a:pt x="1766111" y="1631354"/>
                  </a:lnTo>
                  <a:lnTo>
                    <a:pt x="1811009" y="1642076"/>
                  </a:lnTo>
                  <a:lnTo>
                    <a:pt x="1856217" y="1651987"/>
                  </a:lnTo>
                  <a:lnTo>
                    <a:pt x="1868037" y="1654348"/>
                  </a:lnTo>
                </a:path>
              </a:pathLst>
            </a:custGeom>
            <a:ln w="1485899">
              <a:solidFill>
                <a:srgbClr val="0F67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739" y="3806955"/>
              <a:ext cx="5124449" cy="3809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5564" y="1720274"/>
              <a:ext cx="5335270" cy="2086610"/>
            </a:xfrm>
            <a:custGeom>
              <a:avLst/>
              <a:gdLst/>
              <a:ahLst/>
              <a:cxnLst/>
              <a:rect l="l" t="t" r="r" b="b"/>
              <a:pathLst>
                <a:path w="5335270" h="2086610">
                  <a:moveTo>
                    <a:pt x="5030076" y="2086085"/>
                  </a:moveTo>
                  <a:lnTo>
                    <a:pt x="304799" y="2086085"/>
                  </a:lnTo>
                  <a:lnTo>
                    <a:pt x="255359" y="2082095"/>
                  </a:lnTo>
                  <a:lnTo>
                    <a:pt x="208459" y="2070546"/>
                  </a:lnTo>
                  <a:lnTo>
                    <a:pt x="164726" y="2052063"/>
                  </a:lnTo>
                  <a:lnTo>
                    <a:pt x="124789" y="2027276"/>
                  </a:lnTo>
                  <a:lnTo>
                    <a:pt x="89273" y="1996811"/>
                  </a:lnTo>
                  <a:lnTo>
                    <a:pt x="58808" y="1961295"/>
                  </a:lnTo>
                  <a:lnTo>
                    <a:pt x="34021" y="1921358"/>
                  </a:lnTo>
                  <a:lnTo>
                    <a:pt x="15538" y="1877625"/>
                  </a:lnTo>
                  <a:lnTo>
                    <a:pt x="3989" y="1830725"/>
                  </a:lnTo>
                  <a:lnTo>
                    <a:pt x="0" y="1781285"/>
                  </a:lnTo>
                  <a:lnTo>
                    <a:pt x="0" y="304799"/>
                  </a:lnTo>
                  <a:lnTo>
                    <a:pt x="3989" y="255359"/>
                  </a:lnTo>
                  <a:lnTo>
                    <a:pt x="15538" y="208459"/>
                  </a:lnTo>
                  <a:lnTo>
                    <a:pt x="34021" y="164726"/>
                  </a:lnTo>
                  <a:lnTo>
                    <a:pt x="58808" y="124789"/>
                  </a:lnTo>
                  <a:lnTo>
                    <a:pt x="89273" y="89273"/>
                  </a:lnTo>
                  <a:lnTo>
                    <a:pt x="124789" y="58808"/>
                  </a:lnTo>
                  <a:lnTo>
                    <a:pt x="164726" y="34021"/>
                  </a:lnTo>
                  <a:lnTo>
                    <a:pt x="208459" y="15538"/>
                  </a:lnTo>
                  <a:lnTo>
                    <a:pt x="255359" y="3989"/>
                  </a:lnTo>
                  <a:lnTo>
                    <a:pt x="304799" y="0"/>
                  </a:lnTo>
                  <a:lnTo>
                    <a:pt x="5030076" y="0"/>
                  </a:lnTo>
                  <a:lnTo>
                    <a:pt x="5079516" y="3989"/>
                  </a:lnTo>
                  <a:lnTo>
                    <a:pt x="5126416" y="15538"/>
                  </a:lnTo>
                  <a:lnTo>
                    <a:pt x="5170149" y="34021"/>
                  </a:lnTo>
                  <a:lnTo>
                    <a:pt x="5210086" y="58808"/>
                  </a:lnTo>
                  <a:lnTo>
                    <a:pt x="5245602" y="89273"/>
                  </a:lnTo>
                  <a:lnTo>
                    <a:pt x="5276067" y="124789"/>
                  </a:lnTo>
                  <a:lnTo>
                    <a:pt x="5300854" y="164726"/>
                  </a:lnTo>
                  <a:lnTo>
                    <a:pt x="5319336" y="208459"/>
                  </a:lnTo>
                  <a:lnTo>
                    <a:pt x="5330886" y="255359"/>
                  </a:lnTo>
                  <a:lnTo>
                    <a:pt x="5334875" y="304799"/>
                  </a:lnTo>
                  <a:lnTo>
                    <a:pt x="5334875" y="1781285"/>
                  </a:lnTo>
                  <a:lnTo>
                    <a:pt x="5330886" y="1830725"/>
                  </a:lnTo>
                  <a:lnTo>
                    <a:pt x="5319336" y="1877625"/>
                  </a:lnTo>
                  <a:lnTo>
                    <a:pt x="5300854" y="1921358"/>
                  </a:lnTo>
                  <a:lnTo>
                    <a:pt x="5276067" y="1961295"/>
                  </a:lnTo>
                  <a:lnTo>
                    <a:pt x="5245602" y="1996811"/>
                  </a:lnTo>
                  <a:lnTo>
                    <a:pt x="5210086" y="2027276"/>
                  </a:lnTo>
                  <a:lnTo>
                    <a:pt x="5170149" y="2052063"/>
                  </a:lnTo>
                  <a:lnTo>
                    <a:pt x="5126416" y="2070546"/>
                  </a:lnTo>
                  <a:lnTo>
                    <a:pt x="5079516" y="2082095"/>
                  </a:lnTo>
                  <a:lnTo>
                    <a:pt x="5030076" y="2086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5564" y="1720275"/>
              <a:ext cx="5334000" cy="2085975"/>
            </a:xfrm>
            <a:custGeom>
              <a:avLst/>
              <a:gdLst/>
              <a:ahLst/>
              <a:cxnLst/>
              <a:rect l="l" t="t" r="r" b="b"/>
              <a:pathLst>
                <a:path w="5334000" h="2085975">
                  <a:moveTo>
                    <a:pt x="5333999" y="1789487"/>
                  </a:moveTo>
                  <a:lnTo>
                    <a:pt x="5330679" y="1830628"/>
                  </a:lnTo>
                  <a:lnTo>
                    <a:pt x="5319130" y="1877526"/>
                  </a:lnTo>
                  <a:lnTo>
                    <a:pt x="5300649" y="1921256"/>
                  </a:lnTo>
                  <a:lnTo>
                    <a:pt x="5275863" y="1961192"/>
                  </a:lnTo>
                  <a:lnTo>
                    <a:pt x="5245399" y="1996705"/>
                  </a:lnTo>
                  <a:lnTo>
                    <a:pt x="5209886" y="2027169"/>
                  </a:lnTo>
                  <a:lnTo>
                    <a:pt x="5169951" y="2051955"/>
                  </a:lnTo>
                  <a:lnTo>
                    <a:pt x="5126220" y="2070436"/>
                  </a:lnTo>
                  <a:lnTo>
                    <a:pt x="5079322" y="2081985"/>
                  </a:lnTo>
                  <a:lnTo>
                    <a:pt x="5029885" y="2085974"/>
                  </a:lnTo>
                  <a:lnTo>
                    <a:pt x="304858" y="2085974"/>
                  </a:lnTo>
                  <a:lnTo>
                    <a:pt x="255421" y="2081985"/>
                  </a:lnTo>
                  <a:lnTo>
                    <a:pt x="208523" y="2070436"/>
                  </a:lnTo>
                  <a:lnTo>
                    <a:pt x="164792" y="2051955"/>
                  </a:lnTo>
                  <a:lnTo>
                    <a:pt x="124857" y="2027169"/>
                  </a:lnTo>
                  <a:lnTo>
                    <a:pt x="89343" y="1996705"/>
                  </a:lnTo>
                  <a:lnTo>
                    <a:pt x="58880" y="1961192"/>
                  </a:lnTo>
                  <a:lnTo>
                    <a:pt x="34094" y="1921256"/>
                  </a:lnTo>
                  <a:lnTo>
                    <a:pt x="15612" y="1877526"/>
                  </a:lnTo>
                  <a:lnTo>
                    <a:pt x="4063" y="1830628"/>
                  </a:lnTo>
                  <a:lnTo>
                    <a:pt x="0" y="1781190"/>
                  </a:lnTo>
                  <a:lnTo>
                    <a:pt x="0" y="304777"/>
                  </a:lnTo>
                  <a:lnTo>
                    <a:pt x="4063" y="255346"/>
                  </a:lnTo>
                  <a:lnTo>
                    <a:pt x="15612" y="208448"/>
                  </a:lnTo>
                  <a:lnTo>
                    <a:pt x="34094" y="164718"/>
                  </a:lnTo>
                  <a:lnTo>
                    <a:pt x="58880" y="124782"/>
                  </a:lnTo>
                  <a:lnTo>
                    <a:pt x="89343" y="89269"/>
                  </a:lnTo>
                  <a:lnTo>
                    <a:pt x="124857" y="58805"/>
                  </a:lnTo>
                  <a:lnTo>
                    <a:pt x="164792" y="34019"/>
                  </a:lnTo>
                  <a:lnTo>
                    <a:pt x="208523" y="15538"/>
                  </a:lnTo>
                  <a:lnTo>
                    <a:pt x="255421" y="3989"/>
                  </a:lnTo>
                  <a:lnTo>
                    <a:pt x="304858" y="0"/>
                  </a:lnTo>
                  <a:lnTo>
                    <a:pt x="5029885" y="0"/>
                  </a:lnTo>
                  <a:lnTo>
                    <a:pt x="5079322" y="3989"/>
                  </a:lnTo>
                  <a:lnTo>
                    <a:pt x="5126220" y="15538"/>
                  </a:lnTo>
                  <a:lnTo>
                    <a:pt x="5169950" y="34019"/>
                  </a:lnTo>
                  <a:lnTo>
                    <a:pt x="5209886" y="58805"/>
                  </a:lnTo>
                  <a:lnTo>
                    <a:pt x="5245399" y="89269"/>
                  </a:lnTo>
                  <a:lnTo>
                    <a:pt x="5275863" y="124782"/>
                  </a:lnTo>
                  <a:lnTo>
                    <a:pt x="5300649" y="164718"/>
                  </a:lnTo>
                  <a:lnTo>
                    <a:pt x="5319130" y="208448"/>
                  </a:lnTo>
                  <a:lnTo>
                    <a:pt x="5330679" y="255346"/>
                  </a:lnTo>
                  <a:lnTo>
                    <a:pt x="5333999" y="296487"/>
                  </a:lnTo>
                </a:path>
              </a:pathLst>
            </a:custGeom>
            <a:ln w="209549">
              <a:solidFill>
                <a:srgbClr val="0F67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2173181"/>
              <a:ext cx="1218565" cy="1226820"/>
            </a:xfrm>
            <a:custGeom>
              <a:avLst/>
              <a:gdLst/>
              <a:ahLst/>
              <a:cxnLst/>
              <a:rect l="l" t="t" r="r" b="b"/>
              <a:pathLst>
                <a:path w="1218565" h="1226820">
                  <a:moveTo>
                    <a:pt x="0" y="0"/>
                  </a:moveTo>
                  <a:lnTo>
                    <a:pt x="1218063" y="0"/>
                  </a:lnTo>
                  <a:lnTo>
                    <a:pt x="1218063" y="1226513"/>
                  </a:lnTo>
                  <a:lnTo>
                    <a:pt x="0" y="1226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3244" y="6464990"/>
              <a:ext cx="5124449" cy="3809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76069" y="4378435"/>
              <a:ext cx="5335270" cy="2086610"/>
            </a:xfrm>
            <a:custGeom>
              <a:avLst/>
              <a:gdLst/>
              <a:ahLst/>
              <a:cxnLst/>
              <a:rect l="l" t="t" r="r" b="b"/>
              <a:pathLst>
                <a:path w="5335270" h="2086610">
                  <a:moveTo>
                    <a:pt x="5030075" y="2086085"/>
                  </a:moveTo>
                  <a:lnTo>
                    <a:pt x="304799" y="2086085"/>
                  </a:lnTo>
                  <a:lnTo>
                    <a:pt x="255359" y="2082095"/>
                  </a:lnTo>
                  <a:lnTo>
                    <a:pt x="208459" y="2070546"/>
                  </a:lnTo>
                  <a:lnTo>
                    <a:pt x="164726" y="2052063"/>
                  </a:lnTo>
                  <a:lnTo>
                    <a:pt x="124789" y="2027276"/>
                  </a:lnTo>
                  <a:lnTo>
                    <a:pt x="89273" y="1996810"/>
                  </a:lnTo>
                  <a:lnTo>
                    <a:pt x="58808" y="1961295"/>
                  </a:lnTo>
                  <a:lnTo>
                    <a:pt x="34021" y="1921357"/>
                  </a:lnTo>
                  <a:lnTo>
                    <a:pt x="15538" y="1877625"/>
                  </a:lnTo>
                  <a:lnTo>
                    <a:pt x="3989" y="1830725"/>
                  </a:lnTo>
                  <a:lnTo>
                    <a:pt x="0" y="1781285"/>
                  </a:lnTo>
                  <a:lnTo>
                    <a:pt x="0" y="304799"/>
                  </a:lnTo>
                  <a:lnTo>
                    <a:pt x="3989" y="255359"/>
                  </a:lnTo>
                  <a:lnTo>
                    <a:pt x="15538" y="208459"/>
                  </a:lnTo>
                  <a:lnTo>
                    <a:pt x="34021" y="164726"/>
                  </a:lnTo>
                  <a:lnTo>
                    <a:pt x="58808" y="124789"/>
                  </a:lnTo>
                  <a:lnTo>
                    <a:pt x="89273" y="89273"/>
                  </a:lnTo>
                  <a:lnTo>
                    <a:pt x="124789" y="58808"/>
                  </a:lnTo>
                  <a:lnTo>
                    <a:pt x="164726" y="34021"/>
                  </a:lnTo>
                  <a:lnTo>
                    <a:pt x="208459" y="15538"/>
                  </a:lnTo>
                  <a:lnTo>
                    <a:pt x="255359" y="3989"/>
                  </a:lnTo>
                  <a:lnTo>
                    <a:pt x="304799" y="0"/>
                  </a:lnTo>
                  <a:lnTo>
                    <a:pt x="5030075" y="0"/>
                  </a:lnTo>
                  <a:lnTo>
                    <a:pt x="5079515" y="3989"/>
                  </a:lnTo>
                  <a:lnTo>
                    <a:pt x="5126416" y="15538"/>
                  </a:lnTo>
                  <a:lnTo>
                    <a:pt x="5170148" y="34021"/>
                  </a:lnTo>
                  <a:lnTo>
                    <a:pt x="5210086" y="58808"/>
                  </a:lnTo>
                  <a:lnTo>
                    <a:pt x="5245601" y="89273"/>
                  </a:lnTo>
                  <a:lnTo>
                    <a:pt x="5276066" y="124789"/>
                  </a:lnTo>
                  <a:lnTo>
                    <a:pt x="5300854" y="164726"/>
                  </a:lnTo>
                  <a:lnTo>
                    <a:pt x="5319336" y="208459"/>
                  </a:lnTo>
                  <a:lnTo>
                    <a:pt x="5330886" y="255359"/>
                  </a:lnTo>
                  <a:lnTo>
                    <a:pt x="5334875" y="304799"/>
                  </a:lnTo>
                  <a:lnTo>
                    <a:pt x="5334875" y="1781285"/>
                  </a:lnTo>
                  <a:lnTo>
                    <a:pt x="5330886" y="1830725"/>
                  </a:lnTo>
                  <a:lnTo>
                    <a:pt x="5319336" y="1877625"/>
                  </a:lnTo>
                  <a:lnTo>
                    <a:pt x="5300854" y="1921357"/>
                  </a:lnTo>
                  <a:lnTo>
                    <a:pt x="5276066" y="1961295"/>
                  </a:lnTo>
                  <a:lnTo>
                    <a:pt x="5245601" y="1996810"/>
                  </a:lnTo>
                  <a:lnTo>
                    <a:pt x="5210086" y="2027276"/>
                  </a:lnTo>
                  <a:lnTo>
                    <a:pt x="5170148" y="2052063"/>
                  </a:lnTo>
                  <a:lnTo>
                    <a:pt x="5126416" y="2070546"/>
                  </a:lnTo>
                  <a:lnTo>
                    <a:pt x="5079515" y="2082095"/>
                  </a:lnTo>
                  <a:lnTo>
                    <a:pt x="5030075" y="2086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76069" y="4378434"/>
              <a:ext cx="5334000" cy="2085975"/>
            </a:xfrm>
            <a:custGeom>
              <a:avLst/>
              <a:gdLst/>
              <a:ahLst/>
              <a:cxnLst/>
              <a:rect l="l" t="t" r="r" b="b"/>
              <a:pathLst>
                <a:path w="5333999" h="2085975">
                  <a:moveTo>
                    <a:pt x="5334000" y="1789480"/>
                  </a:moveTo>
                  <a:lnTo>
                    <a:pt x="5330679" y="1830628"/>
                  </a:lnTo>
                  <a:lnTo>
                    <a:pt x="5319130" y="1877525"/>
                  </a:lnTo>
                  <a:lnTo>
                    <a:pt x="5300649" y="1921256"/>
                  </a:lnTo>
                  <a:lnTo>
                    <a:pt x="5275863" y="1961192"/>
                  </a:lnTo>
                  <a:lnTo>
                    <a:pt x="5245399" y="1996705"/>
                  </a:lnTo>
                  <a:lnTo>
                    <a:pt x="5209886" y="2027169"/>
                  </a:lnTo>
                  <a:lnTo>
                    <a:pt x="5169950" y="2051955"/>
                  </a:lnTo>
                  <a:lnTo>
                    <a:pt x="5126220" y="2070436"/>
                  </a:lnTo>
                  <a:lnTo>
                    <a:pt x="5079322" y="2081985"/>
                  </a:lnTo>
                  <a:lnTo>
                    <a:pt x="5029885" y="2085974"/>
                  </a:lnTo>
                  <a:lnTo>
                    <a:pt x="304858" y="2085974"/>
                  </a:lnTo>
                  <a:lnTo>
                    <a:pt x="255421" y="2081985"/>
                  </a:lnTo>
                  <a:lnTo>
                    <a:pt x="208523" y="2070436"/>
                  </a:lnTo>
                  <a:lnTo>
                    <a:pt x="164792" y="2051955"/>
                  </a:lnTo>
                  <a:lnTo>
                    <a:pt x="124857" y="2027169"/>
                  </a:lnTo>
                  <a:lnTo>
                    <a:pt x="89343" y="1996705"/>
                  </a:lnTo>
                  <a:lnTo>
                    <a:pt x="58880" y="1961192"/>
                  </a:lnTo>
                  <a:lnTo>
                    <a:pt x="34094" y="1921256"/>
                  </a:lnTo>
                  <a:lnTo>
                    <a:pt x="15612" y="1877526"/>
                  </a:lnTo>
                  <a:lnTo>
                    <a:pt x="4063" y="1830628"/>
                  </a:lnTo>
                  <a:lnTo>
                    <a:pt x="0" y="1781190"/>
                  </a:lnTo>
                  <a:lnTo>
                    <a:pt x="0" y="304777"/>
                  </a:lnTo>
                  <a:lnTo>
                    <a:pt x="4063" y="255346"/>
                  </a:lnTo>
                  <a:lnTo>
                    <a:pt x="15612" y="208448"/>
                  </a:lnTo>
                  <a:lnTo>
                    <a:pt x="34094" y="164718"/>
                  </a:lnTo>
                  <a:lnTo>
                    <a:pt x="58880" y="124782"/>
                  </a:lnTo>
                  <a:lnTo>
                    <a:pt x="89343" y="89269"/>
                  </a:lnTo>
                  <a:lnTo>
                    <a:pt x="124857" y="58805"/>
                  </a:lnTo>
                  <a:lnTo>
                    <a:pt x="164792" y="34019"/>
                  </a:lnTo>
                  <a:lnTo>
                    <a:pt x="208523" y="15538"/>
                  </a:lnTo>
                  <a:lnTo>
                    <a:pt x="255421" y="3989"/>
                  </a:lnTo>
                  <a:lnTo>
                    <a:pt x="304858" y="0"/>
                  </a:lnTo>
                  <a:lnTo>
                    <a:pt x="5029885" y="0"/>
                  </a:lnTo>
                  <a:lnTo>
                    <a:pt x="5079322" y="3989"/>
                  </a:lnTo>
                  <a:lnTo>
                    <a:pt x="5126220" y="15538"/>
                  </a:lnTo>
                  <a:lnTo>
                    <a:pt x="5169950" y="34019"/>
                  </a:lnTo>
                  <a:lnTo>
                    <a:pt x="5209886" y="58805"/>
                  </a:lnTo>
                  <a:lnTo>
                    <a:pt x="5245399" y="89269"/>
                  </a:lnTo>
                  <a:lnTo>
                    <a:pt x="5275863" y="124782"/>
                  </a:lnTo>
                  <a:lnTo>
                    <a:pt x="5300649" y="164718"/>
                  </a:lnTo>
                  <a:lnTo>
                    <a:pt x="5319130" y="208448"/>
                  </a:lnTo>
                  <a:lnTo>
                    <a:pt x="5330679" y="255346"/>
                  </a:lnTo>
                  <a:lnTo>
                    <a:pt x="5333999" y="296494"/>
                  </a:lnTo>
                </a:path>
              </a:pathLst>
            </a:custGeom>
            <a:ln w="209549">
              <a:solidFill>
                <a:srgbClr val="0F67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62055" y="4831340"/>
              <a:ext cx="1226820" cy="1226820"/>
            </a:xfrm>
            <a:custGeom>
              <a:avLst/>
              <a:gdLst/>
              <a:ahLst/>
              <a:cxnLst/>
              <a:rect l="l" t="t" r="r" b="b"/>
              <a:pathLst>
                <a:path w="1226820" h="1226820">
                  <a:moveTo>
                    <a:pt x="1226513" y="1226513"/>
                  </a:moveTo>
                  <a:lnTo>
                    <a:pt x="0" y="1226513"/>
                  </a:lnTo>
                  <a:lnTo>
                    <a:pt x="0" y="0"/>
                  </a:lnTo>
                  <a:lnTo>
                    <a:pt x="1226513" y="0"/>
                  </a:lnTo>
                  <a:lnTo>
                    <a:pt x="1226513" y="1226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5640" y="4978700"/>
              <a:ext cx="914139" cy="91406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6775" y="9208813"/>
              <a:ext cx="5124449" cy="3809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16114" y="7188932"/>
              <a:ext cx="5335270" cy="2086610"/>
            </a:xfrm>
            <a:custGeom>
              <a:avLst/>
              <a:gdLst/>
              <a:ahLst/>
              <a:cxnLst/>
              <a:rect l="l" t="t" r="r" b="b"/>
              <a:pathLst>
                <a:path w="5335270" h="2086609">
                  <a:moveTo>
                    <a:pt x="5030075" y="2086085"/>
                  </a:moveTo>
                  <a:lnTo>
                    <a:pt x="304799" y="2086085"/>
                  </a:lnTo>
                  <a:lnTo>
                    <a:pt x="255359" y="2082095"/>
                  </a:lnTo>
                  <a:lnTo>
                    <a:pt x="208459" y="2070546"/>
                  </a:lnTo>
                  <a:lnTo>
                    <a:pt x="164726" y="2052064"/>
                  </a:lnTo>
                  <a:lnTo>
                    <a:pt x="124789" y="2027276"/>
                  </a:lnTo>
                  <a:lnTo>
                    <a:pt x="89273" y="1996811"/>
                  </a:lnTo>
                  <a:lnTo>
                    <a:pt x="58808" y="1961296"/>
                  </a:lnTo>
                  <a:lnTo>
                    <a:pt x="34021" y="1921358"/>
                  </a:lnTo>
                  <a:lnTo>
                    <a:pt x="15538" y="1877625"/>
                  </a:lnTo>
                  <a:lnTo>
                    <a:pt x="3989" y="1830725"/>
                  </a:lnTo>
                  <a:lnTo>
                    <a:pt x="0" y="1781285"/>
                  </a:lnTo>
                  <a:lnTo>
                    <a:pt x="0" y="304799"/>
                  </a:lnTo>
                  <a:lnTo>
                    <a:pt x="3989" y="255359"/>
                  </a:lnTo>
                  <a:lnTo>
                    <a:pt x="15538" y="208459"/>
                  </a:lnTo>
                  <a:lnTo>
                    <a:pt x="34021" y="164726"/>
                  </a:lnTo>
                  <a:lnTo>
                    <a:pt x="58808" y="124789"/>
                  </a:lnTo>
                  <a:lnTo>
                    <a:pt x="89273" y="89273"/>
                  </a:lnTo>
                  <a:lnTo>
                    <a:pt x="124789" y="58808"/>
                  </a:lnTo>
                  <a:lnTo>
                    <a:pt x="164726" y="34021"/>
                  </a:lnTo>
                  <a:lnTo>
                    <a:pt x="208459" y="15538"/>
                  </a:lnTo>
                  <a:lnTo>
                    <a:pt x="255359" y="3989"/>
                  </a:lnTo>
                  <a:lnTo>
                    <a:pt x="304799" y="0"/>
                  </a:lnTo>
                  <a:lnTo>
                    <a:pt x="5030075" y="0"/>
                  </a:lnTo>
                  <a:lnTo>
                    <a:pt x="5079515" y="3989"/>
                  </a:lnTo>
                  <a:lnTo>
                    <a:pt x="5126416" y="15538"/>
                  </a:lnTo>
                  <a:lnTo>
                    <a:pt x="5170148" y="34021"/>
                  </a:lnTo>
                  <a:lnTo>
                    <a:pt x="5210086" y="58808"/>
                  </a:lnTo>
                  <a:lnTo>
                    <a:pt x="5245601" y="89273"/>
                  </a:lnTo>
                  <a:lnTo>
                    <a:pt x="5276066" y="124789"/>
                  </a:lnTo>
                  <a:lnTo>
                    <a:pt x="5300854" y="164726"/>
                  </a:lnTo>
                  <a:lnTo>
                    <a:pt x="5319336" y="208459"/>
                  </a:lnTo>
                  <a:lnTo>
                    <a:pt x="5330886" y="255359"/>
                  </a:lnTo>
                  <a:lnTo>
                    <a:pt x="5334875" y="304799"/>
                  </a:lnTo>
                  <a:lnTo>
                    <a:pt x="5334875" y="1781285"/>
                  </a:lnTo>
                  <a:lnTo>
                    <a:pt x="5330886" y="1830725"/>
                  </a:lnTo>
                  <a:lnTo>
                    <a:pt x="5319336" y="1877625"/>
                  </a:lnTo>
                  <a:lnTo>
                    <a:pt x="5300854" y="1921358"/>
                  </a:lnTo>
                  <a:lnTo>
                    <a:pt x="5276066" y="1961296"/>
                  </a:lnTo>
                  <a:lnTo>
                    <a:pt x="5245601" y="1996811"/>
                  </a:lnTo>
                  <a:lnTo>
                    <a:pt x="5210086" y="2027276"/>
                  </a:lnTo>
                  <a:lnTo>
                    <a:pt x="5170148" y="2052064"/>
                  </a:lnTo>
                  <a:lnTo>
                    <a:pt x="5126416" y="2070546"/>
                  </a:lnTo>
                  <a:lnTo>
                    <a:pt x="5079515" y="2082095"/>
                  </a:lnTo>
                  <a:lnTo>
                    <a:pt x="5030075" y="2086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16115" y="7188932"/>
              <a:ext cx="5334000" cy="2085975"/>
            </a:xfrm>
            <a:custGeom>
              <a:avLst/>
              <a:gdLst/>
              <a:ahLst/>
              <a:cxnLst/>
              <a:rect l="l" t="t" r="r" b="b"/>
              <a:pathLst>
                <a:path w="5333999" h="2085975">
                  <a:moveTo>
                    <a:pt x="5333999" y="1789483"/>
                  </a:moveTo>
                  <a:lnTo>
                    <a:pt x="5330679" y="1830628"/>
                  </a:lnTo>
                  <a:lnTo>
                    <a:pt x="5319130" y="1877525"/>
                  </a:lnTo>
                  <a:lnTo>
                    <a:pt x="5300649" y="1921256"/>
                  </a:lnTo>
                  <a:lnTo>
                    <a:pt x="5275863" y="1961192"/>
                  </a:lnTo>
                  <a:lnTo>
                    <a:pt x="5245399" y="1996705"/>
                  </a:lnTo>
                  <a:lnTo>
                    <a:pt x="5209886" y="2027169"/>
                  </a:lnTo>
                  <a:lnTo>
                    <a:pt x="5169950" y="2051955"/>
                  </a:lnTo>
                  <a:lnTo>
                    <a:pt x="5126220" y="2070436"/>
                  </a:lnTo>
                  <a:lnTo>
                    <a:pt x="5079322" y="2081985"/>
                  </a:lnTo>
                  <a:lnTo>
                    <a:pt x="5029885" y="2085974"/>
                  </a:lnTo>
                  <a:lnTo>
                    <a:pt x="304858" y="2085974"/>
                  </a:lnTo>
                  <a:lnTo>
                    <a:pt x="255421" y="2081985"/>
                  </a:lnTo>
                  <a:lnTo>
                    <a:pt x="208523" y="2070436"/>
                  </a:lnTo>
                  <a:lnTo>
                    <a:pt x="164792" y="2051955"/>
                  </a:lnTo>
                  <a:lnTo>
                    <a:pt x="124857" y="2027169"/>
                  </a:lnTo>
                  <a:lnTo>
                    <a:pt x="89343" y="1996705"/>
                  </a:lnTo>
                  <a:lnTo>
                    <a:pt x="58880" y="1961192"/>
                  </a:lnTo>
                  <a:lnTo>
                    <a:pt x="34093" y="1921256"/>
                  </a:lnTo>
                  <a:lnTo>
                    <a:pt x="15612" y="1877525"/>
                  </a:lnTo>
                  <a:lnTo>
                    <a:pt x="4063" y="1830628"/>
                  </a:lnTo>
                  <a:lnTo>
                    <a:pt x="0" y="1781190"/>
                  </a:lnTo>
                  <a:lnTo>
                    <a:pt x="0" y="304777"/>
                  </a:lnTo>
                  <a:lnTo>
                    <a:pt x="4063" y="255346"/>
                  </a:lnTo>
                  <a:lnTo>
                    <a:pt x="15612" y="208448"/>
                  </a:lnTo>
                  <a:lnTo>
                    <a:pt x="34094" y="164718"/>
                  </a:lnTo>
                  <a:lnTo>
                    <a:pt x="58880" y="124782"/>
                  </a:lnTo>
                  <a:lnTo>
                    <a:pt x="89343" y="89269"/>
                  </a:lnTo>
                  <a:lnTo>
                    <a:pt x="124857" y="58805"/>
                  </a:lnTo>
                  <a:lnTo>
                    <a:pt x="164792" y="34019"/>
                  </a:lnTo>
                  <a:lnTo>
                    <a:pt x="208523" y="15538"/>
                  </a:lnTo>
                  <a:lnTo>
                    <a:pt x="255421" y="3989"/>
                  </a:lnTo>
                  <a:lnTo>
                    <a:pt x="304858" y="0"/>
                  </a:lnTo>
                  <a:lnTo>
                    <a:pt x="5029885" y="0"/>
                  </a:lnTo>
                  <a:lnTo>
                    <a:pt x="5079322" y="3989"/>
                  </a:lnTo>
                  <a:lnTo>
                    <a:pt x="5126220" y="15538"/>
                  </a:lnTo>
                  <a:lnTo>
                    <a:pt x="5169950" y="34019"/>
                  </a:lnTo>
                  <a:lnTo>
                    <a:pt x="5209886" y="58805"/>
                  </a:lnTo>
                  <a:lnTo>
                    <a:pt x="5245399" y="89269"/>
                  </a:lnTo>
                  <a:lnTo>
                    <a:pt x="5275863" y="124782"/>
                  </a:lnTo>
                  <a:lnTo>
                    <a:pt x="5300649" y="164718"/>
                  </a:lnTo>
                  <a:lnTo>
                    <a:pt x="5319130" y="208448"/>
                  </a:lnTo>
                  <a:lnTo>
                    <a:pt x="5330679" y="255346"/>
                  </a:lnTo>
                  <a:lnTo>
                    <a:pt x="5333999" y="296491"/>
                  </a:lnTo>
                </a:path>
              </a:pathLst>
            </a:custGeom>
            <a:ln w="209549">
              <a:solidFill>
                <a:srgbClr val="0F67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02101" y="7641838"/>
              <a:ext cx="1226820" cy="1226820"/>
            </a:xfrm>
            <a:custGeom>
              <a:avLst/>
              <a:gdLst/>
              <a:ahLst/>
              <a:cxnLst/>
              <a:rect l="l" t="t" r="r" b="b"/>
              <a:pathLst>
                <a:path w="1226819" h="1226820">
                  <a:moveTo>
                    <a:pt x="1226513" y="1226513"/>
                  </a:moveTo>
                  <a:lnTo>
                    <a:pt x="0" y="1226513"/>
                  </a:lnTo>
                  <a:lnTo>
                    <a:pt x="0" y="0"/>
                  </a:lnTo>
                  <a:lnTo>
                    <a:pt x="1226513" y="0"/>
                  </a:lnTo>
                  <a:lnTo>
                    <a:pt x="1226513" y="1226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5853" y="7809374"/>
              <a:ext cx="838200" cy="84164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55295" y="2353080"/>
              <a:ext cx="838200" cy="822960"/>
            </a:xfrm>
            <a:custGeom>
              <a:avLst/>
              <a:gdLst/>
              <a:ahLst/>
              <a:cxnLst/>
              <a:rect l="l" t="t" r="r" b="b"/>
              <a:pathLst>
                <a:path w="838200" h="822960">
                  <a:moveTo>
                    <a:pt x="838200" y="424840"/>
                  </a:moveTo>
                  <a:lnTo>
                    <a:pt x="836777" y="421309"/>
                  </a:lnTo>
                  <a:lnTo>
                    <a:pt x="836244" y="420598"/>
                  </a:lnTo>
                  <a:lnTo>
                    <a:pt x="835914" y="419836"/>
                  </a:lnTo>
                  <a:lnTo>
                    <a:pt x="833894" y="417410"/>
                  </a:lnTo>
                  <a:lnTo>
                    <a:pt x="831075" y="413562"/>
                  </a:lnTo>
                  <a:lnTo>
                    <a:pt x="830008" y="412711"/>
                  </a:lnTo>
                  <a:lnTo>
                    <a:pt x="829246" y="411772"/>
                  </a:lnTo>
                  <a:lnTo>
                    <a:pt x="826719" y="410044"/>
                  </a:lnTo>
                  <a:lnTo>
                    <a:pt x="823480" y="407403"/>
                  </a:lnTo>
                  <a:lnTo>
                    <a:pt x="821791" y="406641"/>
                  </a:lnTo>
                  <a:lnTo>
                    <a:pt x="820470" y="405726"/>
                  </a:lnTo>
                  <a:lnTo>
                    <a:pt x="783170" y="387070"/>
                  </a:lnTo>
                  <a:lnTo>
                    <a:pt x="765111" y="378053"/>
                  </a:lnTo>
                  <a:lnTo>
                    <a:pt x="765111" y="501840"/>
                  </a:lnTo>
                  <a:lnTo>
                    <a:pt x="765111" y="664959"/>
                  </a:lnTo>
                  <a:lnTo>
                    <a:pt x="650341" y="722350"/>
                  </a:lnTo>
                  <a:lnTo>
                    <a:pt x="650341" y="559231"/>
                  </a:lnTo>
                  <a:lnTo>
                    <a:pt x="765111" y="501840"/>
                  </a:lnTo>
                  <a:lnTo>
                    <a:pt x="765111" y="378053"/>
                  </a:lnTo>
                  <a:lnTo>
                    <a:pt x="717829" y="354406"/>
                  </a:lnTo>
                  <a:lnTo>
                    <a:pt x="717829" y="439940"/>
                  </a:lnTo>
                  <a:lnTo>
                    <a:pt x="612089" y="492810"/>
                  </a:lnTo>
                  <a:lnTo>
                    <a:pt x="574370" y="473964"/>
                  </a:lnTo>
                  <a:lnTo>
                    <a:pt x="573836" y="473697"/>
                  </a:lnTo>
                  <a:lnTo>
                    <a:pt x="573836" y="559231"/>
                  </a:lnTo>
                  <a:lnTo>
                    <a:pt x="573836" y="722350"/>
                  </a:lnTo>
                  <a:lnTo>
                    <a:pt x="459066" y="664959"/>
                  </a:lnTo>
                  <a:lnTo>
                    <a:pt x="459066" y="507517"/>
                  </a:lnTo>
                  <a:lnTo>
                    <a:pt x="459066" y="501840"/>
                  </a:lnTo>
                  <a:lnTo>
                    <a:pt x="573836" y="559231"/>
                  </a:lnTo>
                  <a:lnTo>
                    <a:pt x="573836" y="473697"/>
                  </a:lnTo>
                  <a:lnTo>
                    <a:pt x="506349" y="439953"/>
                  </a:lnTo>
                  <a:lnTo>
                    <a:pt x="612089" y="387083"/>
                  </a:lnTo>
                  <a:lnTo>
                    <a:pt x="717829" y="439940"/>
                  </a:lnTo>
                  <a:lnTo>
                    <a:pt x="717829" y="354406"/>
                  </a:lnTo>
                  <a:lnTo>
                    <a:pt x="650341" y="320662"/>
                  </a:lnTo>
                  <a:lnTo>
                    <a:pt x="650341" y="171272"/>
                  </a:lnTo>
                  <a:lnTo>
                    <a:pt x="650341" y="114769"/>
                  </a:lnTo>
                  <a:lnTo>
                    <a:pt x="649198" y="105473"/>
                  </a:lnTo>
                  <a:lnTo>
                    <a:pt x="648754" y="104343"/>
                  </a:lnTo>
                  <a:lnTo>
                    <a:pt x="648627" y="103441"/>
                  </a:lnTo>
                  <a:lnTo>
                    <a:pt x="647585" y="101295"/>
                  </a:lnTo>
                  <a:lnTo>
                    <a:pt x="645883" y="96837"/>
                  </a:lnTo>
                  <a:lnTo>
                    <a:pt x="644486" y="94856"/>
                  </a:lnTo>
                  <a:lnTo>
                    <a:pt x="643763" y="93319"/>
                  </a:lnTo>
                  <a:lnTo>
                    <a:pt x="642378" y="91821"/>
                  </a:lnTo>
                  <a:lnTo>
                    <a:pt x="640600" y="89255"/>
                  </a:lnTo>
                  <a:lnTo>
                    <a:pt x="637768" y="86804"/>
                  </a:lnTo>
                  <a:lnTo>
                    <a:pt x="636181" y="85051"/>
                  </a:lnTo>
                  <a:lnTo>
                    <a:pt x="634949" y="84340"/>
                  </a:lnTo>
                  <a:lnTo>
                    <a:pt x="633539" y="83096"/>
                  </a:lnTo>
                  <a:lnTo>
                    <a:pt x="628192" y="80378"/>
                  </a:lnTo>
                  <a:lnTo>
                    <a:pt x="626656" y="79463"/>
                  </a:lnTo>
                  <a:lnTo>
                    <a:pt x="626300" y="79248"/>
                  </a:lnTo>
                  <a:lnTo>
                    <a:pt x="573836" y="58267"/>
                  </a:lnTo>
                  <a:lnTo>
                    <a:pt x="573836" y="171284"/>
                  </a:lnTo>
                  <a:lnTo>
                    <a:pt x="573836" y="320662"/>
                  </a:lnTo>
                  <a:lnTo>
                    <a:pt x="510032" y="352564"/>
                  </a:lnTo>
                  <a:lnTo>
                    <a:pt x="459066" y="378040"/>
                  </a:lnTo>
                  <a:lnTo>
                    <a:pt x="459066" y="217182"/>
                  </a:lnTo>
                  <a:lnTo>
                    <a:pt x="498119" y="201561"/>
                  </a:lnTo>
                  <a:lnTo>
                    <a:pt x="573836" y="171284"/>
                  </a:lnTo>
                  <a:lnTo>
                    <a:pt x="573836" y="58267"/>
                  </a:lnTo>
                  <a:lnTo>
                    <a:pt x="509079" y="32372"/>
                  </a:lnTo>
                  <a:lnTo>
                    <a:pt x="509079" y="114769"/>
                  </a:lnTo>
                  <a:lnTo>
                    <a:pt x="420814" y="150075"/>
                  </a:lnTo>
                  <a:lnTo>
                    <a:pt x="382562" y="134785"/>
                  </a:lnTo>
                  <a:lnTo>
                    <a:pt x="382562" y="217182"/>
                  </a:lnTo>
                  <a:lnTo>
                    <a:pt x="382562" y="378040"/>
                  </a:lnTo>
                  <a:lnTo>
                    <a:pt x="382562" y="507517"/>
                  </a:lnTo>
                  <a:lnTo>
                    <a:pt x="382562" y="664959"/>
                  </a:lnTo>
                  <a:lnTo>
                    <a:pt x="267792" y="722350"/>
                  </a:lnTo>
                  <a:lnTo>
                    <a:pt x="267792" y="576376"/>
                  </a:lnTo>
                  <a:lnTo>
                    <a:pt x="382562" y="507517"/>
                  </a:lnTo>
                  <a:lnTo>
                    <a:pt x="382562" y="378040"/>
                  </a:lnTo>
                  <a:lnTo>
                    <a:pt x="341363" y="357454"/>
                  </a:lnTo>
                  <a:lnTo>
                    <a:pt x="341363" y="443001"/>
                  </a:lnTo>
                  <a:lnTo>
                    <a:pt x="227863" y="511098"/>
                  </a:lnTo>
                  <a:lnTo>
                    <a:pt x="191274" y="492810"/>
                  </a:lnTo>
                  <a:lnTo>
                    <a:pt x="191274" y="578358"/>
                  </a:lnTo>
                  <a:lnTo>
                    <a:pt x="191274" y="722350"/>
                  </a:lnTo>
                  <a:lnTo>
                    <a:pt x="76517" y="664959"/>
                  </a:lnTo>
                  <a:lnTo>
                    <a:pt x="76517" y="520979"/>
                  </a:lnTo>
                  <a:lnTo>
                    <a:pt x="191274" y="578358"/>
                  </a:lnTo>
                  <a:lnTo>
                    <a:pt x="191274" y="492810"/>
                  </a:lnTo>
                  <a:lnTo>
                    <a:pt x="117690" y="456018"/>
                  </a:lnTo>
                  <a:lnTo>
                    <a:pt x="231190" y="387921"/>
                  </a:lnTo>
                  <a:lnTo>
                    <a:pt x="341363" y="443001"/>
                  </a:lnTo>
                  <a:lnTo>
                    <a:pt x="341363" y="357454"/>
                  </a:lnTo>
                  <a:lnTo>
                    <a:pt x="297192" y="335368"/>
                  </a:lnTo>
                  <a:lnTo>
                    <a:pt x="267792" y="320662"/>
                  </a:lnTo>
                  <a:lnTo>
                    <a:pt x="267792" y="171284"/>
                  </a:lnTo>
                  <a:lnTo>
                    <a:pt x="382562" y="217182"/>
                  </a:lnTo>
                  <a:lnTo>
                    <a:pt x="382562" y="134785"/>
                  </a:lnTo>
                  <a:lnTo>
                    <a:pt x="351751" y="122466"/>
                  </a:lnTo>
                  <a:lnTo>
                    <a:pt x="332536" y="114769"/>
                  </a:lnTo>
                  <a:lnTo>
                    <a:pt x="420814" y="79463"/>
                  </a:lnTo>
                  <a:lnTo>
                    <a:pt x="509079" y="114769"/>
                  </a:lnTo>
                  <a:lnTo>
                    <a:pt x="509079" y="32372"/>
                  </a:lnTo>
                  <a:lnTo>
                    <a:pt x="435025" y="2743"/>
                  </a:lnTo>
                  <a:lnTo>
                    <a:pt x="428015" y="685"/>
                  </a:lnTo>
                  <a:lnTo>
                    <a:pt x="420814" y="0"/>
                  </a:lnTo>
                  <a:lnTo>
                    <a:pt x="413613" y="685"/>
                  </a:lnTo>
                  <a:lnTo>
                    <a:pt x="406603" y="2743"/>
                  </a:lnTo>
                  <a:lnTo>
                    <a:pt x="215328" y="79248"/>
                  </a:lnTo>
                  <a:lnTo>
                    <a:pt x="213385" y="80391"/>
                  </a:lnTo>
                  <a:lnTo>
                    <a:pt x="208089" y="83096"/>
                  </a:lnTo>
                  <a:lnTo>
                    <a:pt x="206692" y="84315"/>
                  </a:lnTo>
                  <a:lnTo>
                    <a:pt x="205435" y="85051"/>
                  </a:lnTo>
                  <a:lnTo>
                    <a:pt x="203784" y="86855"/>
                  </a:lnTo>
                  <a:lnTo>
                    <a:pt x="201028" y="89255"/>
                  </a:lnTo>
                  <a:lnTo>
                    <a:pt x="199275" y="91770"/>
                  </a:lnTo>
                  <a:lnTo>
                    <a:pt x="197853" y="93319"/>
                  </a:lnTo>
                  <a:lnTo>
                    <a:pt x="197078" y="94907"/>
                  </a:lnTo>
                  <a:lnTo>
                    <a:pt x="195745" y="96837"/>
                  </a:lnTo>
                  <a:lnTo>
                    <a:pt x="194081" y="101155"/>
                  </a:lnTo>
                  <a:lnTo>
                    <a:pt x="192989" y="103441"/>
                  </a:lnTo>
                  <a:lnTo>
                    <a:pt x="192836" y="104394"/>
                  </a:lnTo>
                  <a:lnTo>
                    <a:pt x="192430" y="105473"/>
                  </a:lnTo>
                  <a:lnTo>
                    <a:pt x="191274" y="114769"/>
                  </a:lnTo>
                  <a:lnTo>
                    <a:pt x="191274" y="322656"/>
                  </a:lnTo>
                  <a:lnTo>
                    <a:pt x="18567" y="426262"/>
                  </a:lnTo>
                  <a:lnTo>
                    <a:pt x="18338" y="426440"/>
                  </a:lnTo>
                  <a:lnTo>
                    <a:pt x="18148" y="426529"/>
                  </a:lnTo>
                  <a:lnTo>
                    <a:pt x="10553" y="432689"/>
                  </a:lnTo>
                  <a:lnTo>
                    <a:pt x="4838" y="440448"/>
                  </a:lnTo>
                  <a:lnTo>
                    <a:pt x="4737" y="440690"/>
                  </a:lnTo>
                  <a:lnTo>
                    <a:pt x="4610" y="440867"/>
                  </a:lnTo>
                  <a:lnTo>
                    <a:pt x="3556" y="443636"/>
                  </a:lnTo>
                  <a:lnTo>
                    <a:pt x="1244" y="449376"/>
                  </a:lnTo>
                  <a:lnTo>
                    <a:pt x="1181" y="449872"/>
                  </a:lnTo>
                  <a:lnTo>
                    <a:pt x="1016" y="450303"/>
                  </a:lnTo>
                  <a:lnTo>
                    <a:pt x="673" y="453771"/>
                  </a:lnTo>
                  <a:lnTo>
                    <a:pt x="0" y="459066"/>
                  </a:lnTo>
                  <a:lnTo>
                    <a:pt x="0" y="688606"/>
                  </a:lnTo>
                  <a:lnTo>
                    <a:pt x="1485" y="699147"/>
                  </a:lnTo>
                  <a:lnTo>
                    <a:pt x="212420" y="818464"/>
                  </a:lnTo>
                  <a:lnTo>
                    <a:pt x="215417" y="819518"/>
                  </a:lnTo>
                  <a:lnTo>
                    <a:pt x="218325" y="820826"/>
                  </a:lnTo>
                  <a:lnTo>
                    <a:pt x="220065" y="821131"/>
                  </a:lnTo>
                  <a:lnTo>
                    <a:pt x="221653" y="821677"/>
                  </a:lnTo>
                  <a:lnTo>
                    <a:pt x="224688" y="821931"/>
                  </a:lnTo>
                  <a:lnTo>
                    <a:pt x="227812" y="822464"/>
                  </a:lnTo>
                  <a:lnTo>
                    <a:pt x="229527" y="822325"/>
                  </a:lnTo>
                  <a:lnTo>
                    <a:pt x="231254" y="822464"/>
                  </a:lnTo>
                  <a:lnTo>
                    <a:pt x="234365" y="821931"/>
                  </a:lnTo>
                  <a:lnTo>
                    <a:pt x="237413" y="821677"/>
                  </a:lnTo>
                  <a:lnTo>
                    <a:pt x="238988" y="821131"/>
                  </a:lnTo>
                  <a:lnTo>
                    <a:pt x="240741" y="820826"/>
                  </a:lnTo>
                  <a:lnTo>
                    <a:pt x="243636" y="819518"/>
                  </a:lnTo>
                  <a:lnTo>
                    <a:pt x="246646" y="818464"/>
                  </a:lnTo>
                  <a:lnTo>
                    <a:pt x="420814" y="731380"/>
                  </a:lnTo>
                  <a:lnTo>
                    <a:pt x="594982" y="818464"/>
                  </a:lnTo>
                  <a:lnTo>
                    <a:pt x="597954" y="819505"/>
                  </a:lnTo>
                  <a:lnTo>
                    <a:pt x="600887" y="820826"/>
                  </a:lnTo>
                  <a:lnTo>
                    <a:pt x="602627" y="821131"/>
                  </a:lnTo>
                  <a:lnTo>
                    <a:pt x="604215" y="821677"/>
                  </a:lnTo>
                  <a:lnTo>
                    <a:pt x="607263" y="821931"/>
                  </a:lnTo>
                  <a:lnTo>
                    <a:pt x="610374" y="822464"/>
                  </a:lnTo>
                  <a:lnTo>
                    <a:pt x="612089" y="822325"/>
                  </a:lnTo>
                  <a:lnTo>
                    <a:pt x="613803" y="822464"/>
                  </a:lnTo>
                  <a:lnTo>
                    <a:pt x="616902" y="821931"/>
                  </a:lnTo>
                  <a:lnTo>
                    <a:pt x="619963" y="821677"/>
                  </a:lnTo>
                  <a:lnTo>
                    <a:pt x="621538" y="821131"/>
                  </a:lnTo>
                  <a:lnTo>
                    <a:pt x="623290" y="820826"/>
                  </a:lnTo>
                  <a:lnTo>
                    <a:pt x="626211" y="819505"/>
                  </a:lnTo>
                  <a:lnTo>
                    <a:pt x="820470" y="722820"/>
                  </a:lnTo>
                  <a:lnTo>
                    <a:pt x="838200" y="703541"/>
                  </a:lnTo>
                  <a:lnTo>
                    <a:pt x="838200" y="501840"/>
                  </a:lnTo>
                  <a:lnTo>
                    <a:pt x="838200" y="454875"/>
                  </a:lnTo>
                  <a:lnTo>
                    <a:pt x="838200" y="425005"/>
                  </a:lnTo>
                  <a:lnTo>
                    <a:pt x="838200" y="424840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4757" y="1244025"/>
              <a:ext cx="3657599" cy="25241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3289" y="4231216"/>
              <a:ext cx="4152899" cy="24955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10631" y="7254853"/>
              <a:ext cx="4029075" cy="23621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065548" y="4187996"/>
              <a:ext cx="2876549" cy="54006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87998" y="4949652"/>
              <a:ext cx="1438274" cy="1676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20833" y="1800527"/>
              <a:ext cx="1600199" cy="16001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66068" y="1976153"/>
              <a:ext cx="1704974" cy="134302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338863" y="1926762"/>
            <a:ext cx="4121150" cy="16021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0" dirty="0">
                <a:solidFill>
                  <a:srgbClr val="333231"/>
                </a:solidFill>
                <a:latin typeface="Tahoma"/>
                <a:cs typeface="Tahoma"/>
              </a:rPr>
              <a:t>Maturation</a:t>
            </a:r>
            <a:endParaRPr sz="2350">
              <a:latin typeface="Tahoma"/>
              <a:cs typeface="Tahoma"/>
            </a:endParaRPr>
          </a:p>
          <a:p>
            <a:pPr marL="12700" marR="5080" indent="-10795">
              <a:lnSpc>
                <a:spcPct val="106600"/>
              </a:lnSpc>
              <a:spcBef>
                <a:spcPts val="300"/>
              </a:spcBef>
              <a:buSzPct val="73529"/>
              <a:buChar char="•"/>
              <a:tabLst>
                <a:tab pos="102235" algn="l"/>
              </a:tabLst>
            </a:pP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	Once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1F20"/>
                </a:solidFill>
                <a:latin typeface="Verdana"/>
                <a:cs typeface="Verdana"/>
              </a:rPr>
              <a:t>the</a:t>
            </a:r>
            <a:r>
              <a:rPr sz="1700" spc="-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231F20"/>
                </a:solidFill>
                <a:latin typeface="Verdana"/>
                <a:cs typeface="Verdana"/>
              </a:rPr>
              <a:t>primary</a:t>
            </a:r>
            <a:r>
              <a:rPr sz="1700" spc="-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1F20"/>
                </a:solidFill>
                <a:latin typeface="Verdana"/>
                <a:cs typeface="Verdana"/>
              </a:rPr>
              <a:t>tank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1F20"/>
                </a:solidFill>
                <a:latin typeface="Verdana"/>
                <a:cs typeface="Verdana"/>
              </a:rPr>
              <a:t>has</a:t>
            </a:r>
            <a:r>
              <a:rPr sz="1700" spc="-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reached</a:t>
            </a:r>
            <a:r>
              <a:rPr sz="1700" spc="-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its capacity,</a:t>
            </a:r>
            <a:r>
              <a:rPr sz="1700" spc="-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algae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is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added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1F20"/>
                </a:solidFill>
                <a:latin typeface="Verdana"/>
                <a:cs typeface="Verdana"/>
              </a:rPr>
              <a:t>and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1F20"/>
                </a:solidFill>
                <a:latin typeface="Verdana"/>
                <a:cs typeface="Verdana"/>
              </a:rPr>
              <a:t>the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1F20"/>
                </a:solidFill>
                <a:latin typeface="Verdana"/>
                <a:cs typeface="Verdana"/>
              </a:rPr>
              <a:t>tank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undergoes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1F20"/>
                </a:solidFill>
                <a:latin typeface="Verdana"/>
                <a:cs typeface="Verdana"/>
              </a:rPr>
              <a:t>aeration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to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1F20"/>
                </a:solidFill>
                <a:latin typeface="Verdana"/>
                <a:cs typeface="Verdana"/>
              </a:rPr>
              <a:t>initiate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process</a:t>
            </a:r>
            <a:r>
              <a:rPr sz="1700" spc="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of</a:t>
            </a:r>
            <a:r>
              <a:rPr sz="1700" spc="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biosorption.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09369" y="4550838"/>
            <a:ext cx="4159250" cy="166052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350" b="1" spc="-25" dirty="0">
                <a:solidFill>
                  <a:srgbClr val="333231"/>
                </a:solidFill>
                <a:latin typeface="Tahoma"/>
                <a:cs typeface="Tahoma"/>
              </a:rPr>
              <a:t>Protein</a:t>
            </a:r>
            <a:r>
              <a:rPr sz="2350" b="1" spc="-105" dirty="0">
                <a:solidFill>
                  <a:srgbClr val="333231"/>
                </a:solidFill>
                <a:latin typeface="Tahoma"/>
                <a:cs typeface="Tahoma"/>
              </a:rPr>
              <a:t> </a:t>
            </a:r>
            <a:r>
              <a:rPr sz="2350" b="1" spc="-10" dirty="0">
                <a:solidFill>
                  <a:srgbClr val="333231"/>
                </a:solidFill>
                <a:latin typeface="Tahoma"/>
                <a:cs typeface="Tahoma"/>
              </a:rPr>
              <a:t>Biosynthesis</a:t>
            </a:r>
            <a:endParaRPr sz="2350">
              <a:latin typeface="Tahoma"/>
              <a:cs typeface="Tahoma"/>
            </a:endParaRPr>
          </a:p>
          <a:p>
            <a:pPr marL="12700" marR="5080" indent="-10795">
              <a:lnSpc>
                <a:spcPct val="106600"/>
              </a:lnSpc>
              <a:spcBef>
                <a:spcPts val="495"/>
              </a:spcBef>
              <a:buSzPct val="73529"/>
              <a:buChar char="•"/>
              <a:tabLst>
                <a:tab pos="102235" algn="l"/>
              </a:tabLst>
            </a:pP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	After</a:t>
            </a:r>
            <a:r>
              <a:rPr sz="1700" spc="-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stipulated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1F20"/>
                </a:solidFill>
                <a:latin typeface="Verdana"/>
                <a:cs typeface="Verdana"/>
              </a:rPr>
              <a:t>time</a:t>
            </a:r>
            <a:r>
              <a:rPr sz="1700" spc="-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all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the </a:t>
            </a:r>
            <a:r>
              <a:rPr sz="1700" spc="-55" dirty="0">
                <a:solidFill>
                  <a:srgbClr val="231F20"/>
                </a:solidFill>
                <a:latin typeface="Verdana"/>
                <a:cs typeface="Verdana"/>
              </a:rPr>
              <a:t>impurities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231F20"/>
                </a:solidFill>
                <a:latin typeface="Verdana"/>
                <a:cs typeface="Verdana"/>
              </a:rPr>
              <a:t>are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absorbed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1F20"/>
                </a:solidFill>
                <a:latin typeface="Verdana"/>
                <a:cs typeface="Verdana"/>
              </a:rPr>
              <a:t>by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1F20"/>
                </a:solidFill>
                <a:latin typeface="Verdana"/>
                <a:cs typeface="Verdana"/>
              </a:rPr>
              <a:t>the</a:t>
            </a:r>
            <a:r>
              <a:rPr sz="1700" spc="-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algae </a:t>
            </a:r>
            <a:r>
              <a:rPr sz="1700" spc="-20" dirty="0">
                <a:solidFill>
                  <a:srgbClr val="231F20"/>
                </a:solidFill>
                <a:latin typeface="Verdana"/>
                <a:cs typeface="Verdana"/>
              </a:rPr>
              <a:t>by</a:t>
            </a:r>
            <a:r>
              <a:rPr sz="1700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biosorption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1F20"/>
                </a:solidFill>
                <a:latin typeface="Verdana"/>
                <a:cs typeface="Verdana"/>
              </a:rPr>
              <a:t>and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settle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1F20"/>
                </a:solidFill>
                <a:latin typeface="Verdana"/>
                <a:cs typeface="Verdana"/>
              </a:rPr>
              <a:t>at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1F20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bottom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of</a:t>
            </a:r>
            <a:r>
              <a:rPr sz="1700" spc="-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1F20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1F20"/>
                </a:solidFill>
                <a:latin typeface="Verdana"/>
                <a:cs typeface="Verdana"/>
              </a:rPr>
              <a:t>tank.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49414" y="7420659"/>
            <a:ext cx="4200525" cy="15582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350" b="1" spc="-10" dirty="0">
                <a:solidFill>
                  <a:srgbClr val="333231"/>
                </a:solidFill>
                <a:latin typeface="Tahoma"/>
                <a:cs typeface="Tahoma"/>
              </a:rPr>
              <a:t>Purification</a:t>
            </a:r>
            <a:endParaRPr sz="2350">
              <a:latin typeface="Tahoma"/>
              <a:cs typeface="Tahoma"/>
            </a:endParaRPr>
          </a:p>
          <a:p>
            <a:pPr marL="12700" marR="5080" indent="-10795">
              <a:lnSpc>
                <a:spcPct val="106600"/>
              </a:lnSpc>
              <a:spcBef>
                <a:spcPts val="160"/>
              </a:spcBef>
              <a:buSzPct val="73529"/>
              <a:buChar char="•"/>
              <a:tabLst>
                <a:tab pos="102235" algn="l"/>
              </a:tabLst>
            </a:pP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	The</a:t>
            </a:r>
            <a:r>
              <a:rPr sz="1700" spc="-1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clean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1F20"/>
                </a:solidFill>
                <a:latin typeface="Verdana"/>
                <a:cs typeface="Verdana"/>
              </a:rPr>
              <a:t>water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is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1F20"/>
                </a:solidFill>
                <a:latin typeface="Verdana"/>
                <a:cs typeface="Verdana"/>
              </a:rPr>
              <a:t>then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passed </a:t>
            </a:r>
            <a:r>
              <a:rPr sz="1700" spc="-60" dirty="0">
                <a:solidFill>
                  <a:srgbClr val="231F20"/>
                </a:solidFill>
                <a:latin typeface="Verdana"/>
                <a:cs typeface="Verdana"/>
              </a:rPr>
              <a:t>through</a:t>
            </a:r>
            <a:r>
              <a:rPr sz="1700" spc="-1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231F20"/>
                </a:solidFill>
                <a:latin typeface="Verdana"/>
                <a:cs typeface="Verdana"/>
              </a:rPr>
              <a:t>Titanium</a:t>
            </a:r>
            <a:r>
              <a:rPr sz="1700" spc="-1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dioxide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1F20"/>
                </a:solidFill>
                <a:latin typeface="Verdana"/>
                <a:cs typeface="Verdana"/>
              </a:rPr>
              <a:t>filter</a:t>
            </a:r>
            <a:r>
              <a:rPr sz="1700" spc="-1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1F20"/>
                </a:solidFill>
                <a:latin typeface="Verdana"/>
                <a:cs typeface="Verdana"/>
              </a:rPr>
              <a:t>into</a:t>
            </a:r>
            <a:r>
              <a:rPr sz="1700" spc="-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secondary</a:t>
            </a:r>
            <a:r>
              <a:rPr sz="1700" spc="-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1F20"/>
                </a:solidFill>
                <a:latin typeface="Verdana"/>
                <a:cs typeface="Verdana"/>
              </a:rPr>
              <a:t>tank</a:t>
            </a:r>
            <a:r>
              <a:rPr sz="1700" spc="-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31F20"/>
                </a:solidFill>
                <a:latin typeface="Verdana"/>
                <a:cs typeface="Verdana"/>
              </a:rPr>
              <a:t>which</a:t>
            </a:r>
            <a:r>
              <a:rPr sz="1700" spc="-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1F20"/>
                </a:solidFill>
                <a:latin typeface="Verdana"/>
                <a:cs typeface="Verdana"/>
              </a:rPr>
              <a:t>is</a:t>
            </a:r>
            <a:r>
              <a:rPr sz="1700" spc="-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31F20"/>
                </a:solidFill>
                <a:latin typeface="Verdana"/>
                <a:cs typeface="Verdana"/>
              </a:rPr>
              <a:t>ready</a:t>
            </a:r>
            <a:r>
              <a:rPr sz="1700" spc="-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1F20"/>
                </a:solidFill>
                <a:latin typeface="Verdana"/>
                <a:cs typeface="Verdana"/>
              </a:rPr>
              <a:t>for </a:t>
            </a:r>
            <a:r>
              <a:rPr sz="1700" spc="-10" dirty="0">
                <a:solidFill>
                  <a:srgbClr val="231F20"/>
                </a:solidFill>
                <a:latin typeface="Verdana"/>
                <a:cs typeface="Verdana"/>
              </a:rPr>
              <a:t>usage.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560526" y="9658235"/>
            <a:ext cx="186182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dirty="0">
                <a:solidFill>
                  <a:srgbClr val="333231"/>
                </a:solidFill>
                <a:latin typeface="Tahoma"/>
                <a:cs typeface="Tahoma"/>
              </a:rPr>
              <a:t>App</a:t>
            </a:r>
            <a:r>
              <a:rPr sz="2350" b="1" spc="35" dirty="0">
                <a:solidFill>
                  <a:srgbClr val="333231"/>
                </a:solidFill>
                <a:latin typeface="Tahoma"/>
                <a:cs typeface="Tahoma"/>
              </a:rPr>
              <a:t> </a:t>
            </a:r>
            <a:r>
              <a:rPr sz="2350" b="1" spc="-10" dirty="0">
                <a:solidFill>
                  <a:srgbClr val="333231"/>
                </a:solidFill>
                <a:latin typeface="Tahoma"/>
                <a:cs typeface="Tahoma"/>
              </a:rPr>
              <a:t>Monitor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38385" y="2373388"/>
            <a:ext cx="13549630" cy="4890135"/>
          </a:xfrm>
          <a:custGeom>
            <a:avLst/>
            <a:gdLst/>
            <a:ahLst/>
            <a:cxnLst/>
            <a:rect l="l" t="t" r="r" b="b"/>
            <a:pathLst>
              <a:path w="13549630" h="4890134">
                <a:moveTo>
                  <a:pt x="332613" y="1914690"/>
                </a:moveTo>
                <a:lnTo>
                  <a:pt x="248462" y="1914690"/>
                </a:lnTo>
                <a:lnTo>
                  <a:pt x="248462" y="1392872"/>
                </a:lnTo>
                <a:lnTo>
                  <a:pt x="84162" y="1392872"/>
                </a:lnTo>
                <a:lnTo>
                  <a:pt x="84162" y="1914690"/>
                </a:lnTo>
                <a:lnTo>
                  <a:pt x="0" y="1914690"/>
                </a:lnTo>
                <a:lnTo>
                  <a:pt x="166090" y="2082787"/>
                </a:lnTo>
                <a:lnTo>
                  <a:pt x="166522" y="2082787"/>
                </a:lnTo>
                <a:lnTo>
                  <a:pt x="332613" y="1914690"/>
                </a:lnTo>
                <a:close/>
              </a:path>
              <a:path w="13549630" h="4890134">
                <a:moveTo>
                  <a:pt x="2114778" y="4686478"/>
                </a:moveTo>
                <a:lnTo>
                  <a:pt x="2012975" y="4686478"/>
                </a:lnTo>
                <a:lnTo>
                  <a:pt x="2012975" y="4055211"/>
                </a:lnTo>
                <a:lnTo>
                  <a:pt x="1814220" y="4055211"/>
                </a:lnTo>
                <a:lnTo>
                  <a:pt x="1814220" y="4686478"/>
                </a:lnTo>
                <a:lnTo>
                  <a:pt x="1712417" y="4686478"/>
                </a:lnTo>
                <a:lnTo>
                  <a:pt x="1913331" y="4889817"/>
                </a:lnTo>
                <a:lnTo>
                  <a:pt x="1913864" y="4889817"/>
                </a:lnTo>
                <a:lnTo>
                  <a:pt x="2114778" y="4686478"/>
                </a:lnTo>
                <a:close/>
              </a:path>
              <a:path w="13549630" h="4890134">
                <a:moveTo>
                  <a:pt x="8954084" y="361327"/>
                </a:moveTo>
                <a:lnTo>
                  <a:pt x="8470570" y="0"/>
                </a:lnTo>
                <a:lnTo>
                  <a:pt x="8470570" y="242189"/>
                </a:lnTo>
                <a:lnTo>
                  <a:pt x="6968782" y="242189"/>
                </a:lnTo>
                <a:lnTo>
                  <a:pt x="6968782" y="481774"/>
                </a:lnTo>
                <a:lnTo>
                  <a:pt x="8470570" y="481774"/>
                </a:lnTo>
                <a:lnTo>
                  <a:pt x="8470570" y="723976"/>
                </a:lnTo>
                <a:lnTo>
                  <a:pt x="8954084" y="362648"/>
                </a:lnTo>
                <a:lnTo>
                  <a:pt x="8954084" y="361327"/>
                </a:lnTo>
                <a:close/>
              </a:path>
              <a:path w="13549630" h="4890134">
                <a:moveTo>
                  <a:pt x="10003015" y="2135340"/>
                </a:moveTo>
                <a:lnTo>
                  <a:pt x="9843935" y="2135340"/>
                </a:lnTo>
                <a:lnTo>
                  <a:pt x="9843935" y="1148981"/>
                </a:lnTo>
                <a:lnTo>
                  <a:pt x="9686582" y="1148981"/>
                </a:lnTo>
                <a:lnTo>
                  <a:pt x="9686582" y="2135340"/>
                </a:lnTo>
                <a:lnTo>
                  <a:pt x="9527502" y="2135340"/>
                </a:lnTo>
                <a:lnTo>
                  <a:pt x="9764827" y="2452903"/>
                </a:lnTo>
                <a:lnTo>
                  <a:pt x="9765690" y="2452903"/>
                </a:lnTo>
                <a:lnTo>
                  <a:pt x="10003015" y="2135340"/>
                </a:lnTo>
                <a:close/>
              </a:path>
              <a:path w="13549630" h="4890134">
                <a:moveTo>
                  <a:pt x="10478656" y="1439621"/>
                </a:moveTo>
                <a:lnTo>
                  <a:pt x="10241343" y="1122057"/>
                </a:lnTo>
                <a:lnTo>
                  <a:pt x="10240480" y="1122057"/>
                </a:lnTo>
                <a:lnTo>
                  <a:pt x="10003155" y="1439621"/>
                </a:lnTo>
                <a:lnTo>
                  <a:pt x="10162235" y="1439621"/>
                </a:lnTo>
                <a:lnTo>
                  <a:pt x="10162235" y="2425979"/>
                </a:lnTo>
                <a:lnTo>
                  <a:pt x="10319588" y="2425979"/>
                </a:lnTo>
                <a:lnTo>
                  <a:pt x="10319588" y="1439621"/>
                </a:lnTo>
                <a:lnTo>
                  <a:pt x="10478656" y="1439621"/>
                </a:lnTo>
                <a:close/>
              </a:path>
              <a:path w="13549630" h="4890134">
                <a:moveTo>
                  <a:pt x="11527104" y="3182620"/>
                </a:moveTo>
                <a:lnTo>
                  <a:pt x="10835665" y="3182620"/>
                </a:lnTo>
                <a:lnTo>
                  <a:pt x="10835665" y="3071114"/>
                </a:lnTo>
                <a:lnTo>
                  <a:pt x="10613047" y="3237471"/>
                </a:lnTo>
                <a:lnTo>
                  <a:pt x="10613047" y="3238081"/>
                </a:lnTo>
                <a:lnTo>
                  <a:pt x="10835665" y="3404438"/>
                </a:lnTo>
                <a:lnTo>
                  <a:pt x="10835665" y="3292932"/>
                </a:lnTo>
                <a:lnTo>
                  <a:pt x="11527104" y="3292932"/>
                </a:lnTo>
                <a:lnTo>
                  <a:pt x="11527104" y="3182620"/>
                </a:lnTo>
                <a:close/>
              </a:path>
              <a:path w="13549630" h="4890134">
                <a:moveTo>
                  <a:pt x="12294311" y="412597"/>
                </a:moveTo>
                <a:lnTo>
                  <a:pt x="11958231" y="161442"/>
                </a:lnTo>
                <a:lnTo>
                  <a:pt x="11958231" y="329793"/>
                </a:lnTo>
                <a:lnTo>
                  <a:pt x="10914355" y="329793"/>
                </a:lnTo>
                <a:lnTo>
                  <a:pt x="10914355" y="496316"/>
                </a:lnTo>
                <a:lnTo>
                  <a:pt x="11958231" y="496316"/>
                </a:lnTo>
                <a:lnTo>
                  <a:pt x="11958231" y="664667"/>
                </a:lnTo>
                <a:lnTo>
                  <a:pt x="12294311" y="413512"/>
                </a:lnTo>
                <a:lnTo>
                  <a:pt x="12294311" y="412597"/>
                </a:lnTo>
                <a:close/>
              </a:path>
              <a:path w="13549630" h="4890134">
                <a:moveTo>
                  <a:pt x="13549033" y="1550771"/>
                </a:moveTo>
                <a:lnTo>
                  <a:pt x="13437527" y="1550771"/>
                </a:lnTo>
                <a:lnTo>
                  <a:pt x="13437527" y="859332"/>
                </a:lnTo>
                <a:lnTo>
                  <a:pt x="13327215" y="859332"/>
                </a:lnTo>
                <a:lnTo>
                  <a:pt x="13327215" y="1550771"/>
                </a:lnTo>
                <a:lnTo>
                  <a:pt x="13215709" y="1550771"/>
                </a:lnTo>
                <a:lnTo>
                  <a:pt x="13382066" y="1773389"/>
                </a:lnTo>
                <a:lnTo>
                  <a:pt x="13382676" y="1773389"/>
                </a:lnTo>
                <a:lnTo>
                  <a:pt x="13549033" y="1550771"/>
                </a:lnTo>
                <a:close/>
              </a:path>
            </a:pathLst>
          </a:custGeom>
          <a:solidFill>
            <a:srgbClr val="035C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3053282" y="1319458"/>
            <a:ext cx="109093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spc="-10" dirty="0">
                <a:solidFill>
                  <a:srgbClr val="333231"/>
                </a:solidFill>
                <a:latin typeface="Tahoma"/>
                <a:cs typeface="Tahoma"/>
              </a:rPr>
              <a:t>Sensor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332914" y="1319458"/>
            <a:ext cx="115062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spc="-10" dirty="0">
                <a:solidFill>
                  <a:srgbClr val="333231"/>
                </a:solidFill>
                <a:latin typeface="Tahoma"/>
                <a:cs typeface="Tahoma"/>
              </a:rPr>
              <a:t>Aerator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775297" y="6643529"/>
            <a:ext cx="1554480" cy="47625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45"/>
              </a:spcBef>
            </a:pPr>
            <a:r>
              <a:rPr sz="1450" b="1" spc="-45" dirty="0">
                <a:solidFill>
                  <a:srgbClr val="333231"/>
                </a:solidFill>
                <a:latin typeface="Tahoma"/>
                <a:cs typeface="Tahoma"/>
              </a:rPr>
              <a:t>Titanium </a:t>
            </a:r>
            <a:r>
              <a:rPr sz="1450" b="1" spc="-10" dirty="0">
                <a:solidFill>
                  <a:srgbClr val="333231"/>
                </a:solidFill>
                <a:latin typeface="Tahoma"/>
                <a:cs typeface="Tahoma"/>
              </a:rPr>
              <a:t>Dioxide </a:t>
            </a:r>
            <a:r>
              <a:rPr sz="1450" b="1" dirty="0">
                <a:solidFill>
                  <a:srgbClr val="333231"/>
                </a:solidFill>
                <a:latin typeface="Tahoma"/>
                <a:cs typeface="Tahoma"/>
              </a:rPr>
              <a:t>valve</a:t>
            </a:r>
            <a:r>
              <a:rPr sz="1450" b="1" spc="-80" dirty="0">
                <a:solidFill>
                  <a:srgbClr val="333231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33231"/>
                </a:solidFill>
                <a:latin typeface="Tahoma"/>
                <a:cs typeface="Tahoma"/>
              </a:rPr>
              <a:t>filter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2122" y="1773342"/>
            <a:ext cx="57823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Snapshots</a:t>
            </a:r>
            <a:r>
              <a:rPr sz="3400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of</a:t>
            </a:r>
            <a:r>
              <a:rPr sz="3400" spc="-3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the</a:t>
            </a:r>
            <a:r>
              <a:rPr sz="3400" spc="-3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prototype: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3010" y="2427855"/>
            <a:ext cx="17955260" cy="7760970"/>
            <a:chOff x="333010" y="2427855"/>
            <a:chExt cx="17955260" cy="77609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0789" y="2692539"/>
              <a:ext cx="7105649" cy="39814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010" y="2427855"/>
              <a:ext cx="4124324" cy="5429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1184" y="2907482"/>
              <a:ext cx="6686549" cy="37623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1547" y="6673833"/>
              <a:ext cx="6429374" cy="35147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01184" y="6449441"/>
              <a:ext cx="6276974" cy="3467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2122" y="727106"/>
            <a:ext cx="67424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Technology</a:t>
            </a:r>
            <a:r>
              <a:rPr sz="3400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and</a:t>
            </a:r>
            <a:r>
              <a:rPr sz="3400" spc="-4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202629"/>
                </a:solidFill>
                <a:latin typeface="Arial"/>
                <a:cs typeface="Arial"/>
              </a:rPr>
              <a:t>Business</a:t>
            </a:r>
            <a:r>
              <a:rPr sz="3400" spc="-3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202629"/>
                </a:solidFill>
                <a:latin typeface="Arial"/>
                <a:cs typeface="Arial"/>
              </a:rPr>
              <a:t>Model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81522" y="2114168"/>
            <a:ext cx="95250" cy="2609850"/>
            <a:chOff x="981522" y="2114168"/>
            <a:chExt cx="95250" cy="2609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522" y="2114168"/>
              <a:ext cx="95250" cy="95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522" y="2952368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522" y="3790568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522" y="4628768"/>
              <a:ext cx="95250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02122" y="1457578"/>
            <a:ext cx="16677005" cy="42164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b="1" spc="-10" dirty="0">
                <a:solidFill>
                  <a:srgbClr val="202629"/>
                </a:solidFill>
                <a:latin typeface="Arial"/>
                <a:cs typeface="Arial"/>
              </a:rPr>
              <a:t>Technology</a:t>
            </a:r>
            <a:r>
              <a:rPr sz="2400" b="1" spc="-8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Stack</a:t>
            </a:r>
            <a:r>
              <a:rPr sz="2400" b="1" spc="-8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02629"/>
                </a:solidFill>
                <a:latin typeface="Arial"/>
                <a:cs typeface="Arial"/>
              </a:rPr>
              <a:t>(MVP)</a:t>
            </a:r>
            <a:endParaRPr sz="2400">
              <a:latin typeface="Arial"/>
              <a:cs typeface="Arial"/>
            </a:endParaRPr>
          </a:p>
          <a:p>
            <a:pPr marL="530225" marR="349250">
              <a:lnSpc>
                <a:spcPct val="114599"/>
              </a:lnSpc>
            </a:pP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Frontend:</a:t>
            </a:r>
            <a:r>
              <a:rPr sz="2400" b="1" spc="-8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02629"/>
                </a:solidFill>
                <a:latin typeface="Arial MT"/>
                <a:cs typeface="Arial MT"/>
              </a:rPr>
              <a:t>React-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based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web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application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hosted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on</a:t>
            </a:r>
            <a:r>
              <a:rPr sz="2400" spc="-1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202629"/>
                </a:solidFill>
                <a:latin typeface="Arial MT"/>
                <a:cs typeface="Arial MT"/>
              </a:rPr>
              <a:t>AWS</a:t>
            </a:r>
            <a:r>
              <a:rPr sz="2400" spc="-13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02629"/>
                </a:solidFill>
                <a:latin typeface="Arial MT"/>
                <a:cs typeface="Arial MT"/>
              </a:rPr>
              <a:t>Amplify,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designed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simple,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02629"/>
                </a:solidFill>
                <a:latin typeface="Arial MT"/>
                <a:cs typeface="Arial MT"/>
              </a:rPr>
              <a:t>voice-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first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interface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02629"/>
                </a:solidFill>
                <a:latin typeface="Arial MT"/>
                <a:cs typeface="Arial MT"/>
              </a:rPr>
              <a:t>easy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farmer</a:t>
            </a:r>
            <a:r>
              <a:rPr sz="2400" spc="-7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02629"/>
                </a:solidFill>
                <a:latin typeface="Arial MT"/>
                <a:cs typeface="Arial MT"/>
              </a:rPr>
              <a:t>adoption</a:t>
            </a:r>
            <a:endParaRPr sz="2400">
              <a:latin typeface="Arial MT"/>
              <a:cs typeface="Arial MT"/>
            </a:endParaRPr>
          </a:p>
          <a:p>
            <a:pPr marL="530225" marR="539750">
              <a:lnSpc>
                <a:spcPct val="114599"/>
              </a:lnSpc>
            </a:pP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Backend:</a:t>
            </a:r>
            <a:r>
              <a:rPr sz="2400" b="1" spc="-9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Node.js</a:t>
            </a:r>
            <a:r>
              <a:rPr sz="2400" b="1" spc="-6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REST</a:t>
            </a:r>
            <a:r>
              <a:rPr sz="2400" b="1" spc="-1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APIs</a:t>
            </a:r>
            <a:r>
              <a:rPr sz="2400" b="1" spc="-6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containerized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deployed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on</a:t>
            </a:r>
            <a:r>
              <a:rPr sz="2400" spc="-1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AWS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ECS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Fargate,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managing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user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onboarding,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02629"/>
                </a:solidFill>
                <a:latin typeface="Arial MT"/>
                <a:cs typeface="Arial MT"/>
              </a:rPr>
              <a:t>crop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listings,</a:t>
            </a:r>
            <a:r>
              <a:rPr sz="2400" spc="-9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negotiations,</a:t>
            </a:r>
            <a:r>
              <a:rPr sz="2400" spc="-8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02629"/>
                </a:solidFill>
                <a:latin typeface="Arial MT"/>
                <a:cs typeface="Arial MT"/>
              </a:rPr>
              <a:t>transactions</a:t>
            </a:r>
            <a:endParaRPr sz="2400">
              <a:latin typeface="Arial MT"/>
              <a:cs typeface="Arial MT"/>
            </a:endParaRPr>
          </a:p>
          <a:p>
            <a:pPr marL="530225" marR="5080">
              <a:lnSpc>
                <a:spcPct val="114599"/>
              </a:lnSpc>
            </a:pP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AI</a:t>
            </a:r>
            <a:r>
              <a:rPr sz="2400" b="1" spc="-6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&amp;</a:t>
            </a:r>
            <a:r>
              <a:rPr sz="2400" b="1" spc="-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Intelligence:</a:t>
            </a:r>
            <a:r>
              <a:rPr sz="2400" b="1" spc="-4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202629"/>
                </a:solidFill>
                <a:latin typeface="Arial MT"/>
                <a:cs typeface="Arial MT"/>
              </a:rPr>
              <a:t>Time-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series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models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price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demand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02629"/>
                </a:solidFill>
                <a:latin typeface="Arial MT"/>
                <a:cs typeface="Arial MT"/>
              </a:rPr>
              <a:t>forecasting,</a:t>
            </a:r>
            <a:r>
              <a:rPr sz="2400" spc="-15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02629"/>
                </a:solidFill>
                <a:latin typeface="Arial MT"/>
                <a:cs typeface="Arial MT"/>
              </a:rPr>
              <a:t>AI-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assisted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buyer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transport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matching,</a:t>
            </a:r>
            <a:r>
              <a:rPr sz="2400" spc="-4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02629"/>
                </a:solidFill>
                <a:latin typeface="Arial MT"/>
                <a:cs typeface="Arial MT"/>
              </a:rPr>
              <a:t>and </a:t>
            </a:r>
            <a:r>
              <a:rPr sz="2400" spc="-20" dirty="0">
                <a:solidFill>
                  <a:srgbClr val="202629"/>
                </a:solidFill>
                <a:latin typeface="Arial MT"/>
                <a:cs typeface="Arial MT"/>
              </a:rPr>
              <a:t>LLM-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powered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summaries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digital</a:t>
            </a:r>
            <a:r>
              <a:rPr sz="2400" spc="-6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contracts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using</a:t>
            </a:r>
            <a:r>
              <a:rPr sz="2400" spc="-6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AWS</a:t>
            </a:r>
            <a:r>
              <a:rPr sz="2400" b="1" spc="-6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Bedrock,</a:t>
            </a:r>
            <a:r>
              <a:rPr sz="2400" b="1" spc="-6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Claude</a:t>
            </a:r>
            <a:r>
              <a:rPr sz="2400" b="1" spc="-6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3.5</a:t>
            </a:r>
            <a:r>
              <a:rPr sz="2400" b="1" spc="-6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02629"/>
                </a:solidFill>
                <a:latin typeface="Arial"/>
                <a:cs typeface="Arial"/>
              </a:rPr>
              <a:t>Sonnet</a:t>
            </a:r>
            <a:endParaRPr sz="2400">
              <a:latin typeface="Arial"/>
              <a:cs typeface="Arial"/>
            </a:endParaRPr>
          </a:p>
          <a:p>
            <a:pPr marL="530225">
              <a:lnSpc>
                <a:spcPct val="100000"/>
              </a:lnSpc>
              <a:spcBef>
                <a:spcPts val="415"/>
              </a:spcBef>
            </a:pPr>
            <a:r>
              <a:rPr sz="2400" b="1" spc="-10" dirty="0">
                <a:solidFill>
                  <a:srgbClr val="202629"/>
                </a:solidFill>
                <a:latin typeface="Arial"/>
                <a:cs typeface="Arial"/>
              </a:rPr>
              <a:t>Database:</a:t>
            </a:r>
            <a:r>
              <a:rPr sz="2400" b="1" spc="-15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Amazon</a:t>
            </a:r>
            <a:r>
              <a:rPr sz="2400" b="1" spc="-7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629"/>
                </a:solidFill>
                <a:latin typeface="Arial"/>
                <a:cs typeface="Arial"/>
              </a:rPr>
              <a:t>DynamoDB</a:t>
            </a:r>
            <a:r>
              <a:rPr sz="2400" b="1" spc="-70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storing</a:t>
            </a:r>
            <a:r>
              <a:rPr sz="2400" spc="-7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user</a:t>
            </a:r>
            <a:r>
              <a:rPr sz="2400" spc="-7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profiles,</a:t>
            </a:r>
            <a:r>
              <a:rPr sz="2400" spc="-7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crop</a:t>
            </a:r>
            <a:r>
              <a:rPr sz="2400" spc="-7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data,</a:t>
            </a:r>
            <a:r>
              <a:rPr sz="2400" spc="-7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marketplace</a:t>
            </a:r>
            <a:r>
              <a:rPr sz="2400" spc="-7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listings,</a:t>
            </a:r>
            <a:r>
              <a:rPr sz="2400" spc="-7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02629"/>
                </a:solidFill>
                <a:latin typeface="Arial MT"/>
                <a:cs typeface="Arial MT"/>
              </a:rPr>
              <a:t>transaction</a:t>
            </a:r>
            <a:r>
              <a:rPr sz="2400" spc="-75" dirty="0">
                <a:solidFill>
                  <a:srgbClr val="2026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02629"/>
                </a:solidFill>
                <a:latin typeface="Arial MT"/>
                <a:cs typeface="Arial MT"/>
              </a:rPr>
              <a:t>records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60" dirty="0">
                <a:solidFill>
                  <a:srgbClr val="202629"/>
                </a:solidFill>
                <a:latin typeface="Arial"/>
                <a:cs typeface="Arial"/>
              </a:rPr>
              <a:t>Business</a:t>
            </a:r>
            <a:r>
              <a:rPr sz="2400" b="1" spc="-6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spc="-55" dirty="0">
                <a:solidFill>
                  <a:srgbClr val="202629"/>
                </a:solidFill>
                <a:latin typeface="Arial"/>
                <a:cs typeface="Arial"/>
              </a:rPr>
              <a:t>Model:</a:t>
            </a:r>
            <a:r>
              <a:rPr sz="2400" b="1" spc="-6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202629"/>
                </a:solidFill>
                <a:latin typeface="Arial"/>
                <a:cs typeface="Arial"/>
              </a:rPr>
              <a:t>Razor</a:t>
            </a:r>
            <a:r>
              <a:rPr sz="2400" b="1" spc="-65" dirty="0">
                <a:solidFill>
                  <a:srgbClr val="20262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02629"/>
                </a:solidFill>
                <a:latin typeface="Arial"/>
                <a:cs typeface="Arial"/>
              </a:rPr>
              <a:t>Blade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65030" y="5714445"/>
            <a:ext cx="9754870" cy="3006725"/>
            <a:chOff x="3965030" y="5714445"/>
            <a:chExt cx="9754870" cy="3006725"/>
          </a:xfrm>
        </p:grpSpPr>
        <p:sp>
          <p:nvSpPr>
            <p:cNvPr id="10" name="object 10"/>
            <p:cNvSpPr/>
            <p:nvPr/>
          </p:nvSpPr>
          <p:spPr>
            <a:xfrm>
              <a:off x="3965029" y="5714453"/>
              <a:ext cx="9754870" cy="3006725"/>
            </a:xfrm>
            <a:custGeom>
              <a:avLst/>
              <a:gdLst/>
              <a:ahLst/>
              <a:cxnLst/>
              <a:rect l="l" t="t" r="r" b="b"/>
              <a:pathLst>
                <a:path w="9754869" h="3006725">
                  <a:moveTo>
                    <a:pt x="1256030" y="2783027"/>
                  </a:moveTo>
                  <a:lnTo>
                    <a:pt x="1238808" y="2704884"/>
                  </a:lnTo>
                  <a:lnTo>
                    <a:pt x="1217815" y="2668016"/>
                  </a:lnTo>
                  <a:lnTo>
                    <a:pt x="1190028" y="2635897"/>
                  </a:lnTo>
                  <a:lnTo>
                    <a:pt x="1156347" y="2609392"/>
                  </a:lnTo>
                  <a:lnTo>
                    <a:pt x="1117701" y="2589377"/>
                  </a:lnTo>
                  <a:lnTo>
                    <a:pt x="1074991" y="2576728"/>
                  </a:lnTo>
                  <a:lnTo>
                    <a:pt x="1029144" y="2572321"/>
                  </a:lnTo>
                  <a:lnTo>
                    <a:pt x="983297" y="2576728"/>
                  </a:lnTo>
                  <a:lnTo>
                    <a:pt x="940600" y="2589377"/>
                  </a:lnTo>
                  <a:lnTo>
                    <a:pt x="901966" y="2609392"/>
                  </a:lnTo>
                  <a:lnTo>
                    <a:pt x="868311" y="2635897"/>
                  </a:lnTo>
                  <a:lnTo>
                    <a:pt x="840536" y="2668016"/>
                  </a:lnTo>
                  <a:lnTo>
                    <a:pt x="819569" y="2704884"/>
                  </a:lnTo>
                  <a:lnTo>
                    <a:pt x="806310" y="2745613"/>
                  </a:lnTo>
                  <a:lnTo>
                    <a:pt x="801700" y="2789339"/>
                  </a:lnTo>
                  <a:lnTo>
                    <a:pt x="806310" y="2833065"/>
                  </a:lnTo>
                  <a:lnTo>
                    <a:pt x="819569" y="2873781"/>
                  </a:lnTo>
                  <a:lnTo>
                    <a:pt x="840536" y="2910636"/>
                  </a:lnTo>
                  <a:lnTo>
                    <a:pt x="868311" y="2942729"/>
                  </a:lnTo>
                  <a:lnTo>
                    <a:pt x="901966" y="2969222"/>
                  </a:lnTo>
                  <a:lnTo>
                    <a:pt x="940600" y="2989211"/>
                  </a:lnTo>
                  <a:lnTo>
                    <a:pt x="983297" y="3001861"/>
                  </a:lnTo>
                  <a:lnTo>
                    <a:pt x="1029144" y="3006306"/>
                  </a:lnTo>
                  <a:lnTo>
                    <a:pt x="1074991" y="3001861"/>
                  </a:lnTo>
                  <a:lnTo>
                    <a:pt x="1117701" y="2989211"/>
                  </a:lnTo>
                  <a:lnTo>
                    <a:pt x="1156347" y="2969222"/>
                  </a:lnTo>
                  <a:lnTo>
                    <a:pt x="1190028" y="2942729"/>
                  </a:lnTo>
                  <a:lnTo>
                    <a:pt x="1217815" y="2910636"/>
                  </a:lnTo>
                  <a:lnTo>
                    <a:pt x="1238808" y="2873781"/>
                  </a:lnTo>
                  <a:lnTo>
                    <a:pt x="1252067" y="2833065"/>
                  </a:lnTo>
                  <a:lnTo>
                    <a:pt x="1256030" y="2795651"/>
                  </a:lnTo>
                  <a:lnTo>
                    <a:pt x="1256030" y="2783027"/>
                  </a:lnTo>
                  <a:close/>
                </a:path>
                <a:path w="9754869" h="3006725">
                  <a:moveTo>
                    <a:pt x="2057793" y="1041400"/>
                  </a:moveTo>
                  <a:lnTo>
                    <a:pt x="2056739" y="990600"/>
                  </a:lnTo>
                  <a:lnTo>
                    <a:pt x="2053450" y="939800"/>
                  </a:lnTo>
                  <a:lnTo>
                    <a:pt x="2048027" y="889000"/>
                  </a:lnTo>
                  <a:lnTo>
                    <a:pt x="2040521" y="850900"/>
                  </a:lnTo>
                  <a:lnTo>
                    <a:pt x="2030984" y="800100"/>
                  </a:lnTo>
                  <a:lnTo>
                    <a:pt x="2019465" y="749300"/>
                  </a:lnTo>
                  <a:lnTo>
                    <a:pt x="2006003" y="711200"/>
                  </a:lnTo>
                  <a:lnTo>
                    <a:pt x="1990661" y="660400"/>
                  </a:lnTo>
                  <a:lnTo>
                    <a:pt x="1973465" y="622300"/>
                  </a:lnTo>
                  <a:lnTo>
                    <a:pt x="1954491" y="584200"/>
                  </a:lnTo>
                  <a:lnTo>
                    <a:pt x="1933778" y="533400"/>
                  </a:lnTo>
                  <a:lnTo>
                    <a:pt x="1911362" y="495300"/>
                  </a:lnTo>
                  <a:lnTo>
                    <a:pt x="1887296" y="457200"/>
                  </a:lnTo>
                  <a:lnTo>
                    <a:pt x="1884514" y="453072"/>
                  </a:lnTo>
                  <a:lnTo>
                    <a:pt x="1884514" y="1041400"/>
                  </a:lnTo>
                  <a:lnTo>
                    <a:pt x="1883219" y="1092200"/>
                  </a:lnTo>
                  <a:lnTo>
                    <a:pt x="1879346" y="1143000"/>
                  </a:lnTo>
                  <a:lnTo>
                    <a:pt x="1872983" y="1181100"/>
                  </a:lnTo>
                  <a:lnTo>
                    <a:pt x="1864182" y="1231900"/>
                  </a:lnTo>
                  <a:lnTo>
                    <a:pt x="1853006" y="1282700"/>
                  </a:lnTo>
                  <a:lnTo>
                    <a:pt x="1839531" y="1320800"/>
                  </a:lnTo>
                  <a:lnTo>
                    <a:pt x="1823808" y="1371600"/>
                  </a:lnTo>
                  <a:lnTo>
                    <a:pt x="1805901" y="1409700"/>
                  </a:lnTo>
                  <a:lnTo>
                    <a:pt x="1785886" y="1447800"/>
                  </a:lnTo>
                  <a:lnTo>
                    <a:pt x="1763814" y="1485900"/>
                  </a:lnTo>
                  <a:lnTo>
                    <a:pt x="1739760" y="1524000"/>
                  </a:lnTo>
                  <a:lnTo>
                    <a:pt x="1713788" y="1562100"/>
                  </a:lnTo>
                  <a:lnTo>
                    <a:pt x="1685937" y="1600200"/>
                  </a:lnTo>
                  <a:lnTo>
                    <a:pt x="1656308" y="1638300"/>
                  </a:lnTo>
                  <a:lnTo>
                    <a:pt x="1624939" y="1663700"/>
                  </a:lnTo>
                  <a:lnTo>
                    <a:pt x="1591906" y="1701800"/>
                  </a:lnTo>
                  <a:lnTo>
                    <a:pt x="1557261" y="1727200"/>
                  </a:lnTo>
                  <a:lnTo>
                    <a:pt x="1521079" y="1752600"/>
                  </a:lnTo>
                  <a:lnTo>
                    <a:pt x="1483423" y="1778000"/>
                  </a:lnTo>
                  <a:lnTo>
                    <a:pt x="1444358" y="1803400"/>
                  </a:lnTo>
                  <a:lnTo>
                    <a:pt x="1403946" y="1828800"/>
                  </a:lnTo>
                  <a:lnTo>
                    <a:pt x="1319326" y="1854200"/>
                  </a:lnTo>
                  <a:lnTo>
                    <a:pt x="1275245" y="1879600"/>
                  </a:lnTo>
                  <a:lnTo>
                    <a:pt x="1230071" y="1879600"/>
                  </a:lnTo>
                  <a:lnTo>
                    <a:pt x="1136713" y="1905000"/>
                  </a:lnTo>
                  <a:lnTo>
                    <a:pt x="945680" y="1905000"/>
                  </a:lnTo>
                  <a:lnTo>
                    <a:pt x="899693" y="1892300"/>
                  </a:lnTo>
                  <a:lnTo>
                    <a:pt x="854468" y="1892300"/>
                  </a:lnTo>
                  <a:lnTo>
                    <a:pt x="766648" y="1866900"/>
                  </a:lnTo>
                  <a:lnTo>
                    <a:pt x="724179" y="1841500"/>
                  </a:lnTo>
                  <a:lnTo>
                    <a:pt x="642454" y="1816100"/>
                  </a:lnTo>
                  <a:lnTo>
                    <a:pt x="603326" y="1790700"/>
                  </a:lnTo>
                  <a:lnTo>
                    <a:pt x="565454" y="1765300"/>
                  </a:lnTo>
                  <a:lnTo>
                    <a:pt x="528904" y="1739900"/>
                  </a:lnTo>
                  <a:lnTo>
                    <a:pt x="493737" y="1714500"/>
                  </a:lnTo>
                  <a:lnTo>
                    <a:pt x="460032" y="1689100"/>
                  </a:lnTo>
                  <a:lnTo>
                    <a:pt x="427837" y="1651000"/>
                  </a:lnTo>
                  <a:lnTo>
                    <a:pt x="397243" y="1625600"/>
                  </a:lnTo>
                  <a:lnTo>
                    <a:pt x="368287" y="1587500"/>
                  </a:lnTo>
                  <a:lnTo>
                    <a:pt x="341071" y="1549400"/>
                  </a:lnTo>
                  <a:lnTo>
                    <a:pt x="315633" y="1511300"/>
                  </a:lnTo>
                  <a:lnTo>
                    <a:pt x="292061" y="1473200"/>
                  </a:lnTo>
                  <a:lnTo>
                    <a:pt x="270421" y="1435100"/>
                  </a:lnTo>
                  <a:lnTo>
                    <a:pt x="250761" y="1397000"/>
                  </a:lnTo>
                  <a:lnTo>
                    <a:pt x="233159" y="1358900"/>
                  </a:lnTo>
                  <a:lnTo>
                    <a:pt x="217690" y="1308100"/>
                  </a:lnTo>
                  <a:lnTo>
                    <a:pt x="204419" y="1270000"/>
                  </a:lnTo>
                  <a:lnTo>
                    <a:pt x="193408" y="1231900"/>
                  </a:lnTo>
                  <a:lnTo>
                    <a:pt x="184734" y="1181100"/>
                  </a:lnTo>
                  <a:lnTo>
                    <a:pt x="178447" y="1130300"/>
                  </a:lnTo>
                  <a:lnTo>
                    <a:pt x="174625" y="1092200"/>
                  </a:lnTo>
                  <a:lnTo>
                    <a:pt x="173342" y="1041400"/>
                  </a:lnTo>
                  <a:lnTo>
                    <a:pt x="174625" y="990600"/>
                  </a:lnTo>
                  <a:lnTo>
                    <a:pt x="178447" y="952500"/>
                  </a:lnTo>
                  <a:lnTo>
                    <a:pt x="184734" y="901700"/>
                  </a:lnTo>
                  <a:lnTo>
                    <a:pt x="193408" y="850900"/>
                  </a:lnTo>
                  <a:lnTo>
                    <a:pt x="204419" y="812800"/>
                  </a:lnTo>
                  <a:lnTo>
                    <a:pt x="217690" y="762000"/>
                  </a:lnTo>
                  <a:lnTo>
                    <a:pt x="233159" y="723900"/>
                  </a:lnTo>
                  <a:lnTo>
                    <a:pt x="250761" y="685800"/>
                  </a:lnTo>
                  <a:lnTo>
                    <a:pt x="270421" y="647700"/>
                  </a:lnTo>
                  <a:lnTo>
                    <a:pt x="292061" y="609600"/>
                  </a:lnTo>
                  <a:lnTo>
                    <a:pt x="315633" y="571500"/>
                  </a:lnTo>
                  <a:lnTo>
                    <a:pt x="341071" y="533400"/>
                  </a:lnTo>
                  <a:lnTo>
                    <a:pt x="368287" y="495300"/>
                  </a:lnTo>
                  <a:lnTo>
                    <a:pt x="397243" y="457200"/>
                  </a:lnTo>
                  <a:lnTo>
                    <a:pt x="427837" y="431800"/>
                  </a:lnTo>
                  <a:lnTo>
                    <a:pt x="460032" y="393700"/>
                  </a:lnTo>
                  <a:lnTo>
                    <a:pt x="493737" y="368300"/>
                  </a:lnTo>
                  <a:lnTo>
                    <a:pt x="528904" y="342900"/>
                  </a:lnTo>
                  <a:lnTo>
                    <a:pt x="565454" y="317500"/>
                  </a:lnTo>
                  <a:lnTo>
                    <a:pt x="603326" y="292100"/>
                  </a:lnTo>
                  <a:lnTo>
                    <a:pt x="642454" y="266700"/>
                  </a:lnTo>
                  <a:lnTo>
                    <a:pt x="682752" y="254000"/>
                  </a:lnTo>
                  <a:lnTo>
                    <a:pt x="724179" y="228600"/>
                  </a:lnTo>
                  <a:lnTo>
                    <a:pt x="854468" y="190500"/>
                  </a:lnTo>
                  <a:lnTo>
                    <a:pt x="899693" y="190500"/>
                  </a:lnTo>
                  <a:lnTo>
                    <a:pt x="945680" y="177800"/>
                  </a:lnTo>
                  <a:lnTo>
                    <a:pt x="1136713" y="177800"/>
                  </a:lnTo>
                  <a:lnTo>
                    <a:pt x="1183881" y="190500"/>
                  </a:lnTo>
                  <a:lnTo>
                    <a:pt x="1230071" y="190500"/>
                  </a:lnTo>
                  <a:lnTo>
                    <a:pt x="1319326" y="215900"/>
                  </a:lnTo>
                  <a:lnTo>
                    <a:pt x="1362240" y="241300"/>
                  </a:lnTo>
                  <a:lnTo>
                    <a:pt x="1403946" y="254000"/>
                  </a:lnTo>
                  <a:lnTo>
                    <a:pt x="1444358" y="279400"/>
                  </a:lnTo>
                  <a:lnTo>
                    <a:pt x="1483423" y="304800"/>
                  </a:lnTo>
                  <a:lnTo>
                    <a:pt x="1521079" y="330200"/>
                  </a:lnTo>
                  <a:lnTo>
                    <a:pt x="1557261" y="355600"/>
                  </a:lnTo>
                  <a:lnTo>
                    <a:pt x="1591906" y="381000"/>
                  </a:lnTo>
                  <a:lnTo>
                    <a:pt x="1624939" y="406400"/>
                  </a:lnTo>
                  <a:lnTo>
                    <a:pt x="1656308" y="444500"/>
                  </a:lnTo>
                  <a:lnTo>
                    <a:pt x="1685937" y="482600"/>
                  </a:lnTo>
                  <a:lnTo>
                    <a:pt x="1713788" y="520700"/>
                  </a:lnTo>
                  <a:lnTo>
                    <a:pt x="1739760" y="546100"/>
                  </a:lnTo>
                  <a:lnTo>
                    <a:pt x="1763814" y="596900"/>
                  </a:lnTo>
                  <a:lnTo>
                    <a:pt x="1785886" y="635000"/>
                  </a:lnTo>
                  <a:lnTo>
                    <a:pt x="1805901" y="673100"/>
                  </a:lnTo>
                  <a:lnTo>
                    <a:pt x="1823808" y="711200"/>
                  </a:lnTo>
                  <a:lnTo>
                    <a:pt x="1839531" y="762000"/>
                  </a:lnTo>
                  <a:lnTo>
                    <a:pt x="1853006" y="800100"/>
                  </a:lnTo>
                  <a:lnTo>
                    <a:pt x="1864182" y="850900"/>
                  </a:lnTo>
                  <a:lnTo>
                    <a:pt x="1872983" y="901700"/>
                  </a:lnTo>
                  <a:lnTo>
                    <a:pt x="1879346" y="939800"/>
                  </a:lnTo>
                  <a:lnTo>
                    <a:pt x="1883219" y="990600"/>
                  </a:lnTo>
                  <a:lnTo>
                    <a:pt x="1884514" y="1041400"/>
                  </a:lnTo>
                  <a:lnTo>
                    <a:pt x="1884514" y="453072"/>
                  </a:lnTo>
                  <a:lnTo>
                    <a:pt x="1861642" y="419100"/>
                  </a:lnTo>
                  <a:lnTo>
                    <a:pt x="1834438" y="381000"/>
                  </a:lnTo>
                  <a:lnTo>
                    <a:pt x="1805736" y="355600"/>
                  </a:lnTo>
                  <a:lnTo>
                    <a:pt x="1775574" y="317500"/>
                  </a:lnTo>
                  <a:lnTo>
                    <a:pt x="1744014" y="279400"/>
                  </a:lnTo>
                  <a:lnTo>
                    <a:pt x="1711096" y="254000"/>
                  </a:lnTo>
                  <a:lnTo>
                    <a:pt x="1676882" y="228600"/>
                  </a:lnTo>
                  <a:lnTo>
                    <a:pt x="1641398" y="203200"/>
                  </a:lnTo>
                  <a:lnTo>
                    <a:pt x="1604708" y="177800"/>
                  </a:lnTo>
                  <a:lnTo>
                    <a:pt x="1566862" y="152400"/>
                  </a:lnTo>
                  <a:lnTo>
                    <a:pt x="1527898" y="127000"/>
                  </a:lnTo>
                  <a:lnTo>
                    <a:pt x="1487868" y="101600"/>
                  </a:lnTo>
                  <a:lnTo>
                    <a:pt x="1446834" y="88900"/>
                  </a:lnTo>
                  <a:lnTo>
                    <a:pt x="1404823" y="63500"/>
                  </a:lnTo>
                  <a:lnTo>
                    <a:pt x="1273479" y="25400"/>
                  </a:lnTo>
                  <a:lnTo>
                    <a:pt x="1228090" y="12700"/>
                  </a:lnTo>
                  <a:lnTo>
                    <a:pt x="1181963" y="12700"/>
                  </a:lnTo>
                  <a:lnTo>
                    <a:pt x="1135176" y="0"/>
                  </a:lnTo>
                  <a:lnTo>
                    <a:pt x="943533" y="0"/>
                  </a:lnTo>
                  <a:lnTo>
                    <a:pt x="896429" y="12700"/>
                  </a:lnTo>
                  <a:lnTo>
                    <a:pt x="850061" y="12700"/>
                  </a:lnTo>
                  <a:lnTo>
                    <a:pt x="759650" y="38100"/>
                  </a:lnTo>
                  <a:lnTo>
                    <a:pt x="630555" y="76200"/>
                  </a:lnTo>
                  <a:lnTo>
                    <a:pt x="589419" y="101600"/>
                  </a:lnTo>
                  <a:lnTo>
                    <a:pt x="549300" y="114300"/>
                  </a:lnTo>
                  <a:lnTo>
                    <a:pt x="510247" y="139700"/>
                  </a:lnTo>
                  <a:lnTo>
                    <a:pt x="472300" y="165100"/>
                  </a:lnTo>
                  <a:lnTo>
                    <a:pt x="435495" y="190500"/>
                  </a:lnTo>
                  <a:lnTo>
                    <a:pt x="399872" y="215900"/>
                  </a:lnTo>
                  <a:lnTo>
                    <a:pt x="365480" y="241300"/>
                  </a:lnTo>
                  <a:lnTo>
                    <a:pt x="332359" y="266700"/>
                  </a:lnTo>
                  <a:lnTo>
                    <a:pt x="300545" y="304800"/>
                  </a:lnTo>
                  <a:lnTo>
                    <a:pt x="270090" y="330200"/>
                  </a:lnTo>
                  <a:lnTo>
                    <a:pt x="241033" y="368300"/>
                  </a:lnTo>
                  <a:lnTo>
                    <a:pt x="213410" y="406400"/>
                  </a:lnTo>
                  <a:lnTo>
                    <a:pt x="187274" y="431800"/>
                  </a:lnTo>
                  <a:lnTo>
                    <a:pt x="162648" y="469900"/>
                  </a:lnTo>
                  <a:lnTo>
                    <a:pt x="139598" y="508000"/>
                  </a:lnTo>
                  <a:lnTo>
                    <a:pt x="118135" y="546100"/>
                  </a:lnTo>
                  <a:lnTo>
                    <a:pt x="98336" y="584200"/>
                  </a:lnTo>
                  <a:lnTo>
                    <a:pt x="80213" y="635000"/>
                  </a:lnTo>
                  <a:lnTo>
                    <a:pt x="63817" y="673100"/>
                  </a:lnTo>
                  <a:lnTo>
                    <a:pt x="49199" y="711200"/>
                  </a:lnTo>
                  <a:lnTo>
                    <a:pt x="36398" y="762000"/>
                  </a:lnTo>
                  <a:lnTo>
                    <a:pt x="25450" y="800100"/>
                  </a:lnTo>
                  <a:lnTo>
                    <a:pt x="16395" y="850900"/>
                  </a:lnTo>
                  <a:lnTo>
                    <a:pt x="9283" y="901700"/>
                  </a:lnTo>
                  <a:lnTo>
                    <a:pt x="4152" y="939800"/>
                  </a:lnTo>
                  <a:lnTo>
                    <a:pt x="1041" y="990600"/>
                  </a:lnTo>
                  <a:lnTo>
                    <a:pt x="0" y="1041400"/>
                  </a:lnTo>
                  <a:lnTo>
                    <a:pt x="1143" y="1092200"/>
                  </a:lnTo>
                  <a:lnTo>
                    <a:pt x="4572" y="1143000"/>
                  </a:lnTo>
                  <a:lnTo>
                    <a:pt x="10210" y="1181100"/>
                  </a:lnTo>
                  <a:lnTo>
                    <a:pt x="18034" y="1231900"/>
                  </a:lnTo>
                  <a:lnTo>
                    <a:pt x="27978" y="1282700"/>
                  </a:lnTo>
                  <a:lnTo>
                    <a:pt x="39992" y="1320800"/>
                  </a:lnTo>
                  <a:lnTo>
                    <a:pt x="54051" y="1371600"/>
                  </a:lnTo>
                  <a:lnTo>
                    <a:pt x="70091" y="1409700"/>
                  </a:lnTo>
                  <a:lnTo>
                    <a:pt x="88061" y="1460500"/>
                  </a:lnTo>
                  <a:lnTo>
                    <a:pt x="107911" y="1498600"/>
                  </a:lnTo>
                  <a:lnTo>
                    <a:pt x="129603" y="1536700"/>
                  </a:lnTo>
                  <a:lnTo>
                    <a:pt x="153098" y="1587500"/>
                  </a:lnTo>
                  <a:lnTo>
                    <a:pt x="178320" y="1625600"/>
                  </a:lnTo>
                  <a:lnTo>
                    <a:pt x="205244" y="1663700"/>
                  </a:lnTo>
                  <a:lnTo>
                    <a:pt x="233819" y="1689100"/>
                  </a:lnTo>
                  <a:lnTo>
                    <a:pt x="263982" y="1727200"/>
                  </a:lnTo>
                  <a:lnTo>
                    <a:pt x="295706" y="1765300"/>
                  </a:lnTo>
                  <a:lnTo>
                    <a:pt x="328930" y="1790700"/>
                  </a:lnTo>
                  <a:lnTo>
                    <a:pt x="363601" y="1828800"/>
                  </a:lnTo>
                  <a:lnTo>
                    <a:pt x="399681" y="1854200"/>
                  </a:lnTo>
                  <a:lnTo>
                    <a:pt x="437134" y="1879600"/>
                  </a:lnTo>
                  <a:lnTo>
                    <a:pt x="475881" y="1905000"/>
                  </a:lnTo>
                  <a:lnTo>
                    <a:pt x="515899" y="1930400"/>
                  </a:lnTo>
                  <a:lnTo>
                    <a:pt x="557136" y="1955800"/>
                  </a:lnTo>
                  <a:lnTo>
                    <a:pt x="599528" y="1981200"/>
                  </a:lnTo>
                  <a:lnTo>
                    <a:pt x="643051" y="1993900"/>
                  </a:lnTo>
                  <a:lnTo>
                    <a:pt x="779830" y="2032000"/>
                  </a:lnTo>
                  <a:lnTo>
                    <a:pt x="1038593" y="2461882"/>
                  </a:lnTo>
                  <a:lnTo>
                    <a:pt x="1040803" y="2461882"/>
                  </a:lnTo>
                  <a:lnTo>
                    <a:pt x="1278013" y="2032000"/>
                  </a:lnTo>
                  <a:lnTo>
                    <a:pt x="1414805" y="1993900"/>
                  </a:lnTo>
                  <a:lnTo>
                    <a:pt x="1458328" y="1981200"/>
                  </a:lnTo>
                  <a:lnTo>
                    <a:pt x="1500720" y="1955800"/>
                  </a:lnTo>
                  <a:lnTo>
                    <a:pt x="1541957" y="1930400"/>
                  </a:lnTo>
                  <a:lnTo>
                    <a:pt x="1581975" y="1905000"/>
                  </a:lnTo>
                  <a:lnTo>
                    <a:pt x="1620723" y="1879600"/>
                  </a:lnTo>
                  <a:lnTo>
                    <a:pt x="1658162" y="1854200"/>
                  </a:lnTo>
                  <a:lnTo>
                    <a:pt x="1694256" y="1828800"/>
                  </a:lnTo>
                  <a:lnTo>
                    <a:pt x="1728927" y="1790700"/>
                  </a:lnTo>
                  <a:lnTo>
                    <a:pt x="1762150" y="1765300"/>
                  </a:lnTo>
                  <a:lnTo>
                    <a:pt x="1793875" y="1727200"/>
                  </a:lnTo>
                  <a:lnTo>
                    <a:pt x="1824037" y="1689100"/>
                  </a:lnTo>
                  <a:lnTo>
                    <a:pt x="1852612" y="1663700"/>
                  </a:lnTo>
                  <a:lnTo>
                    <a:pt x="1879536" y="1625600"/>
                  </a:lnTo>
                  <a:lnTo>
                    <a:pt x="1904758" y="1587500"/>
                  </a:lnTo>
                  <a:lnTo>
                    <a:pt x="1928241" y="1536700"/>
                  </a:lnTo>
                  <a:lnTo>
                    <a:pt x="1949945" y="1498600"/>
                  </a:lnTo>
                  <a:lnTo>
                    <a:pt x="1969795" y="1460500"/>
                  </a:lnTo>
                  <a:lnTo>
                    <a:pt x="1987765" y="1409700"/>
                  </a:lnTo>
                  <a:lnTo>
                    <a:pt x="2003806" y="1371600"/>
                  </a:lnTo>
                  <a:lnTo>
                    <a:pt x="2017852" y="1320800"/>
                  </a:lnTo>
                  <a:lnTo>
                    <a:pt x="2029879" y="1282700"/>
                  </a:lnTo>
                  <a:lnTo>
                    <a:pt x="2039823" y="1231900"/>
                  </a:lnTo>
                  <a:lnTo>
                    <a:pt x="2047646" y="1181100"/>
                  </a:lnTo>
                  <a:lnTo>
                    <a:pt x="2053285" y="1143000"/>
                  </a:lnTo>
                  <a:lnTo>
                    <a:pt x="2056701" y="1092200"/>
                  </a:lnTo>
                  <a:lnTo>
                    <a:pt x="2057793" y="1041400"/>
                  </a:lnTo>
                  <a:close/>
                </a:path>
                <a:path w="9754869" h="3006725">
                  <a:moveTo>
                    <a:pt x="4090352" y="2783027"/>
                  </a:moveTo>
                  <a:lnTo>
                    <a:pt x="4073131" y="2704884"/>
                  </a:lnTo>
                  <a:lnTo>
                    <a:pt x="4052151" y="2668016"/>
                  </a:lnTo>
                  <a:lnTo>
                    <a:pt x="4024350" y="2635897"/>
                  </a:lnTo>
                  <a:lnTo>
                    <a:pt x="3990670" y="2609392"/>
                  </a:lnTo>
                  <a:lnTo>
                    <a:pt x="3952024" y="2589377"/>
                  </a:lnTo>
                  <a:lnTo>
                    <a:pt x="3909314" y="2576728"/>
                  </a:lnTo>
                  <a:lnTo>
                    <a:pt x="3863467" y="2572321"/>
                  </a:lnTo>
                  <a:lnTo>
                    <a:pt x="3817632" y="2576728"/>
                  </a:lnTo>
                  <a:lnTo>
                    <a:pt x="3774935" y="2589377"/>
                  </a:lnTo>
                  <a:lnTo>
                    <a:pt x="3736302" y="2609392"/>
                  </a:lnTo>
                  <a:lnTo>
                    <a:pt x="3702634" y="2635897"/>
                  </a:lnTo>
                  <a:lnTo>
                    <a:pt x="3674859" y="2668016"/>
                  </a:lnTo>
                  <a:lnTo>
                    <a:pt x="3653891" y="2704884"/>
                  </a:lnTo>
                  <a:lnTo>
                    <a:pt x="3640645" y="2745613"/>
                  </a:lnTo>
                  <a:lnTo>
                    <a:pt x="3636022" y="2789339"/>
                  </a:lnTo>
                  <a:lnTo>
                    <a:pt x="3640645" y="2833065"/>
                  </a:lnTo>
                  <a:lnTo>
                    <a:pt x="3653891" y="2873781"/>
                  </a:lnTo>
                  <a:lnTo>
                    <a:pt x="3674859" y="2910636"/>
                  </a:lnTo>
                  <a:lnTo>
                    <a:pt x="3702634" y="2942729"/>
                  </a:lnTo>
                  <a:lnTo>
                    <a:pt x="3736302" y="2969222"/>
                  </a:lnTo>
                  <a:lnTo>
                    <a:pt x="3774935" y="2989211"/>
                  </a:lnTo>
                  <a:lnTo>
                    <a:pt x="3817632" y="3001861"/>
                  </a:lnTo>
                  <a:lnTo>
                    <a:pt x="3863467" y="3006306"/>
                  </a:lnTo>
                  <a:lnTo>
                    <a:pt x="3909314" y="3001861"/>
                  </a:lnTo>
                  <a:lnTo>
                    <a:pt x="3952024" y="2989211"/>
                  </a:lnTo>
                  <a:lnTo>
                    <a:pt x="3990670" y="2969222"/>
                  </a:lnTo>
                  <a:lnTo>
                    <a:pt x="4024350" y="2942729"/>
                  </a:lnTo>
                  <a:lnTo>
                    <a:pt x="4052151" y="2910636"/>
                  </a:lnTo>
                  <a:lnTo>
                    <a:pt x="4073131" y="2873781"/>
                  </a:lnTo>
                  <a:lnTo>
                    <a:pt x="4086390" y="2833065"/>
                  </a:lnTo>
                  <a:lnTo>
                    <a:pt x="4090352" y="2795651"/>
                  </a:lnTo>
                  <a:lnTo>
                    <a:pt x="4090352" y="2783027"/>
                  </a:lnTo>
                  <a:close/>
                </a:path>
                <a:path w="9754869" h="3006725">
                  <a:moveTo>
                    <a:pt x="4892116" y="1041400"/>
                  </a:moveTo>
                  <a:lnTo>
                    <a:pt x="4891075" y="990600"/>
                  </a:lnTo>
                  <a:lnTo>
                    <a:pt x="4887773" y="939800"/>
                  </a:lnTo>
                  <a:lnTo>
                    <a:pt x="4882350" y="889000"/>
                  </a:lnTo>
                  <a:lnTo>
                    <a:pt x="4874857" y="850900"/>
                  </a:lnTo>
                  <a:lnTo>
                    <a:pt x="4865319" y="800100"/>
                  </a:lnTo>
                  <a:lnTo>
                    <a:pt x="4853787" y="749300"/>
                  </a:lnTo>
                  <a:lnTo>
                    <a:pt x="4840325" y="711200"/>
                  </a:lnTo>
                  <a:lnTo>
                    <a:pt x="4824984" y="660400"/>
                  </a:lnTo>
                  <a:lnTo>
                    <a:pt x="4807801" y="622300"/>
                  </a:lnTo>
                  <a:lnTo>
                    <a:pt x="4788827" y="584200"/>
                  </a:lnTo>
                  <a:lnTo>
                    <a:pt x="4768100" y="533400"/>
                  </a:lnTo>
                  <a:lnTo>
                    <a:pt x="4745685" y="495300"/>
                  </a:lnTo>
                  <a:lnTo>
                    <a:pt x="4721631" y="457200"/>
                  </a:lnTo>
                  <a:lnTo>
                    <a:pt x="4718837" y="453059"/>
                  </a:lnTo>
                  <a:lnTo>
                    <a:pt x="4718837" y="1041400"/>
                  </a:lnTo>
                  <a:lnTo>
                    <a:pt x="4717542" y="1092200"/>
                  </a:lnTo>
                  <a:lnTo>
                    <a:pt x="4713668" y="1143000"/>
                  </a:lnTo>
                  <a:lnTo>
                    <a:pt x="4707306" y="1181100"/>
                  </a:lnTo>
                  <a:lnTo>
                    <a:pt x="4698504" y="1231900"/>
                  </a:lnTo>
                  <a:lnTo>
                    <a:pt x="4687341" y="1282700"/>
                  </a:lnTo>
                  <a:lnTo>
                    <a:pt x="4673854" y="1320800"/>
                  </a:lnTo>
                  <a:lnTo>
                    <a:pt x="4658131" y="1371600"/>
                  </a:lnTo>
                  <a:lnTo>
                    <a:pt x="4640237" y="1409700"/>
                  </a:lnTo>
                  <a:lnTo>
                    <a:pt x="4620222" y="1447800"/>
                  </a:lnTo>
                  <a:lnTo>
                    <a:pt x="4598149" y="1485900"/>
                  </a:lnTo>
                  <a:lnTo>
                    <a:pt x="4574095" y="1524000"/>
                  </a:lnTo>
                  <a:lnTo>
                    <a:pt x="4548111" y="1562100"/>
                  </a:lnTo>
                  <a:lnTo>
                    <a:pt x="4520273" y="1600200"/>
                  </a:lnTo>
                  <a:lnTo>
                    <a:pt x="4490631" y="1638300"/>
                  </a:lnTo>
                  <a:lnTo>
                    <a:pt x="4459262" y="1663700"/>
                  </a:lnTo>
                  <a:lnTo>
                    <a:pt x="4426229" y="1701800"/>
                  </a:lnTo>
                  <a:lnTo>
                    <a:pt x="4391584" y="1727200"/>
                  </a:lnTo>
                  <a:lnTo>
                    <a:pt x="4355414" y="1752600"/>
                  </a:lnTo>
                  <a:lnTo>
                    <a:pt x="4317758" y="1778000"/>
                  </a:lnTo>
                  <a:lnTo>
                    <a:pt x="4278681" y="1803400"/>
                  </a:lnTo>
                  <a:lnTo>
                    <a:pt x="4238269" y="1828800"/>
                  </a:lnTo>
                  <a:lnTo>
                    <a:pt x="4153649" y="1854200"/>
                  </a:lnTo>
                  <a:lnTo>
                    <a:pt x="4109567" y="1879600"/>
                  </a:lnTo>
                  <a:lnTo>
                    <a:pt x="4064406" y="1879600"/>
                  </a:lnTo>
                  <a:lnTo>
                    <a:pt x="3971036" y="1905000"/>
                  </a:lnTo>
                  <a:lnTo>
                    <a:pt x="3780015" y="1905000"/>
                  </a:lnTo>
                  <a:lnTo>
                    <a:pt x="3734016" y="1892300"/>
                  </a:lnTo>
                  <a:lnTo>
                    <a:pt x="3688804" y="1892300"/>
                  </a:lnTo>
                  <a:lnTo>
                    <a:pt x="3600970" y="1866900"/>
                  </a:lnTo>
                  <a:lnTo>
                    <a:pt x="3558502" y="1841500"/>
                  </a:lnTo>
                  <a:lnTo>
                    <a:pt x="3476777" y="1816100"/>
                  </a:lnTo>
                  <a:lnTo>
                    <a:pt x="3437648" y="1790700"/>
                  </a:lnTo>
                  <a:lnTo>
                    <a:pt x="3399790" y="1765300"/>
                  </a:lnTo>
                  <a:lnTo>
                    <a:pt x="3363226" y="1739900"/>
                  </a:lnTo>
                  <a:lnTo>
                    <a:pt x="3328073" y="1714500"/>
                  </a:lnTo>
                  <a:lnTo>
                    <a:pt x="3294354" y="1689100"/>
                  </a:lnTo>
                  <a:lnTo>
                    <a:pt x="3262172" y="1651000"/>
                  </a:lnTo>
                  <a:lnTo>
                    <a:pt x="3231565" y="1625600"/>
                  </a:lnTo>
                  <a:lnTo>
                    <a:pt x="3202622" y="1587500"/>
                  </a:lnTo>
                  <a:lnTo>
                    <a:pt x="3175393" y="1549400"/>
                  </a:lnTo>
                  <a:lnTo>
                    <a:pt x="3149968" y="1511300"/>
                  </a:lnTo>
                  <a:lnTo>
                    <a:pt x="3126397" y="1473200"/>
                  </a:lnTo>
                  <a:lnTo>
                    <a:pt x="3104743" y="1435100"/>
                  </a:lnTo>
                  <a:lnTo>
                    <a:pt x="3085084" y="1397000"/>
                  </a:lnTo>
                  <a:lnTo>
                    <a:pt x="3067494" y="1358900"/>
                  </a:lnTo>
                  <a:lnTo>
                    <a:pt x="3052026" y="1308100"/>
                  </a:lnTo>
                  <a:lnTo>
                    <a:pt x="3038754" y="1270000"/>
                  </a:lnTo>
                  <a:lnTo>
                    <a:pt x="3027743" y="1231900"/>
                  </a:lnTo>
                  <a:lnTo>
                    <a:pt x="3019056" y="1181100"/>
                  </a:lnTo>
                  <a:lnTo>
                    <a:pt x="3012770" y="1130300"/>
                  </a:lnTo>
                  <a:lnTo>
                    <a:pt x="3008947" y="1092200"/>
                  </a:lnTo>
                  <a:lnTo>
                    <a:pt x="3007664" y="1041400"/>
                  </a:lnTo>
                  <a:lnTo>
                    <a:pt x="3008947" y="990600"/>
                  </a:lnTo>
                  <a:lnTo>
                    <a:pt x="3012770" y="952500"/>
                  </a:lnTo>
                  <a:lnTo>
                    <a:pt x="3019056" y="901700"/>
                  </a:lnTo>
                  <a:lnTo>
                    <a:pt x="3027743" y="850900"/>
                  </a:lnTo>
                  <a:lnTo>
                    <a:pt x="3038754" y="812800"/>
                  </a:lnTo>
                  <a:lnTo>
                    <a:pt x="3052026" y="762000"/>
                  </a:lnTo>
                  <a:lnTo>
                    <a:pt x="3067494" y="723900"/>
                  </a:lnTo>
                  <a:lnTo>
                    <a:pt x="3085084" y="685800"/>
                  </a:lnTo>
                  <a:lnTo>
                    <a:pt x="3104743" y="647700"/>
                  </a:lnTo>
                  <a:lnTo>
                    <a:pt x="3126397" y="609600"/>
                  </a:lnTo>
                  <a:lnTo>
                    <a:pt x="3149968" y="571500"/>
                  </a:lnTo>
                  <a:lnTo>
                    <a:pt x="3175393" y="533400"/>
                  </a:lnTo>
                  <a:lnTo>
                    <a:pt x="3202622" y="495300"/>
                  </a:lnTo>
                  <a:lnTo>
                    <a:pt x="3231565" y="457200"/>
                  </a:lnTo>
                  <a:lnTo>
                    <a:pt x="3262172" y="431800"/>
                  </a:lnTo>
                  <a:lnTo>
                    <a:pt x="3294354" y="393700"/>
                  </a:lnTo>
                  <a:lnTo>
                    <a:pt x="3328073" y="368300"/>
                  </a:lnTo>
                  <a:lnTo>
                    <a:pt x="3363226" y="342900"/>
                  </a:lnTo>
                  <a:lnTo>
                    <a:pt x="3399790" y="317500"/>
                  </a:lnTo>
                  <a:lnTo>
                    <a:pt x="3437648" y="292100"/>
                  </a:lnTo>
                  <a:lnTo>
                    <a:pt x="3476777" y="266700"/>
                  </a:lnTo>
                  <a:lnTo>
                    <a:pt x="3517087" y="254000"/>
                  </a:lnTo>
                  <a:lnTo>
                    <a:pt x="3558502" y="228600"/>
                  </a:lnTo>
                  <a:lnTo>
                    <a:pt x="3688804" y="190500"/>
                  </a:lnTo>
                  <a:lnTo>
                    <a:pt x="3734016" y="190500"/>
                  </a:lnTo>
                  <a:lnTo>
                    <a:pt x="3780015" y="177800"/>
                  </a:lnTo>
                  <a:lnTo>
                    <a:pt x="3971036" y="177800"/>
                  </a:lnTo>
                  <a:lnTo>
                    <a:pt x="4018203" y="190500"/>
                  </a:lnTo>
                  <a:lnTo>
                    <a:pt x="4064406" y="190500"/>
                  </a:lnTo>
                  <a:lnTo>
                    <a:pt x="4153649" y="215900"/>
                  </a:lnTo>
                  <a:lnTo>
                    <a:pt x="4196562" y="241300"/>
                  </a:lnTo>
                  <a:lnTo>
                    <a:pt x="4238269" y="254000"/>
                  </a:lnTo>
                  <a:lnTo>
                    <a:pt x="4278681" y="279400"/>
                  </a:lnTo>
                  <a:lnTo>
                    <a:pt x="4317758" y="304800"/>
                  </a:lnTo>
                  <a:lnTo>
                    <a:pt x="4355414" y="330200"/>
                  </a:lnTo>
                  <a:lnTo>
                    <a:pt x="4391584" y="355600"/>
                  </a:lnTo>
                  <a:lnTo>
                    <a:pt x="4426229" y="381000"/>
                  </a:lnTo>
                  <a:lnTo>
                    <a:pt x="4459262" y="406400"/>
                  </a:lnTo>
                  <a:lnTo>
                    <a:pt x="4490631" y="444500"/>
                  </a:lnTo>
                  <a:lnTo>
                    <a:pt x="4520273" y="482600"/>
                  </a:lnTo>
                  <a:lnTo>
                    <a:pt x="4548111" y="520700"/>
                  </a:lnTo>
                  <a:lnTo>
                    <a:pt x="4574095" y="546100"/>
                  </a:lnTo>
                  <a:lnTo>
                    <a:pt x="4598149" y="596900"/>
                  </a:lnTo>
                  <a:lnTo>
                    <a:pt x="4620222" y="635000"/>
                  </a:lnTo>
                  <a:lnTo>
                    <a:pt x="4640237" y="673100"/>
                  </a:lnTo>
                  <a:lnTo>
                    <a:pt x="4658131" y="711200"/>
                  </a:lnTo>
                  <a:lnTo>
                    <a:pt x="4673854" y="762000"/>
                  </a:lnTo>
                  <a:lnTo>
                    <a:pt x="4687341" y="800100"/>
                  </a:lnTo>
                  <a:lnTo>
                    <a:pt x="4698504" y="850900"/>
                  </a:lnTo>
                  <a:lnTo>
                    <a:pt x="4707306" y="901700"/>
                  </a:lnTo>
                  <a:lnTo>
                    <a:pt x="4713668" y="939800"/>
                  </a:lnTo>
                  <a:lnTo>
                    <a:pt x="4717542" y="990600"/>
                  </a:lnTo>
                  <a:lnTo>
                    <a:pt x="4718837" y="1041400"/>
                  </a:lnTo>
                  <a:lnTo>
                    <a:pt x="4718837" y="453059"/>
                  </a:lnTo>
                  <a:lnTo>
                    <a:pt x="4695977" y="419100"/>
                  </a:lnTo>
                  <a:lnTo>
                    <a:pt x="4668761" y="381000"/>
                  </a:lnTo>
                  <a:lnTo>
                    <a:pt x="4640059" y="355600"/>
                  </a:lnTo>
                  <a:lnTo>
                    <a:pt x="4609909" y="317500"/>
                  </a:lnTo>
                  <a:lnTo>
                    <a:pt x="4578350" y="279400"/>
                  </a:lnTo>
                  <a:lnTo>
                    <a:pt x="4545431" y="254000"/>
                  </a:lnTo>
                  <a:lnTo>
                    <a:pt x="4511205" y="228600"/>
                  </a:lnTo>
                  <a:lnTo>
                    <a:pt x="4475734" y="203200"/>
                  </a:lnTo>
                  <a:lnTo>
                    <a:pt x="4439043" y="177800"/>
                  </a:lnTo>
                  <a:lnTo>
                    <a:pt x="4401185" y="152400"/>
                  </a:lnTo>
                  <a:lnTo>
                    <a:pt x="4362221" y="127000"/>
                  </a:lnTo>
                  <a:lnTo>
                    <a:pt x="4322203" y="101600"/>
                  </a:lnTo>
                  <a:lnTo>
                    <a:pt x="4281157" y="88900"/>
                  </a:lnTo>
                  <a:lnTo>
                    <a:pt x="4239145" y="63500"/>
                  </a:lnTo>
                  <a:lnTo>
                    <a:pt x="4107802" y="25400"/>
                  </a:lnTo>
                  <a:lnTo>
                    <a:pt x="4062412" y="12700"/>
                  </a:lnTo>
                  <a:lnTo>
                    <a:pt x="4016298" y="12700"/>
                  </a:lnTo>
                  <a:lnTo>
                    <a:pt x="3969499" y="0"/>
                  </a:lnTo>
                  <a:lnTo>
                    <a:pt x="3777856" y="0"/>
                  </a:lnTo>
                  <a:lnTo>
                    <a:pt x="3730752" y="12700"/>
                  </a:lnTo>
                  <a:lnTo>
                    <a:pt x="3684384" y="12700"/>
                  </a:lnTo>
                  <a:lnTo>
                    <a:pt x="3593985" y="38100"/>
                  </a:lnTo>
                  <a:lnTo>
                    <a:pt x="3464877" y="76200"/>
                  </a:lnTo>
                  <a:lnTo>
                    <a:pt x="3423742" y="101600"/>
                  </a:lnTo>
                  <a:lnTo>
                    <a:pt x="3383623" y="114300"/>
                  </a:lnTo>
                  <a:lnTo>
                    <a:pt x="3344570" y="139700"/>
                  </a:lnTo>
                  <a:lnTo>
                    <a:pt x="3306622" y="165100"/>
                  </a:lnTo>
                  <a:lnTo>
                    <a:pt x="3269818" y="190500"/>
                  </a:lnTo>
                  <a:lnTo>
                    <a:pt x="3234194" y="215900"/>
                  </a:lnTo>
                  <a:lnTo>
                    <a:pt x="3199803" y="241300"/>
                  </a:lnTo>
                  <a:lnTo>
                    <a:pt x="3166681" y="266700"/>
                  </a:lnTo>
                  <a:lnTo>
                    <a:pt x="3134880" y="304800"/>
                  </a:lnTo>
                  <a:lnTo>
                    <a:pt x="3104426" y="330200"/>
                  </a:lnTo>
                  <a:lnTo>
                    <a:pt x="3075368" y="368300"/>
                  </a:lnTo>
                  <a:lnTo>
                    <a:pt x="3047746" y="406400"/>
                  </a:lnTo>
                  <a:lnTo>
                    <a:pt x="3021596" y="431800"/>
                  </a:lnTo>
                  <a:lnTo>
                    <a:pt x="2996984" y="469900"/>
                  </a:lnTo>
                  <a:lnTo>
                    <a:pt x="2973921" y="508000"/>
                  </a:lnTo>
                  <a:lnTo>
                    <a:pt x="2952470" y="546100"/>
                  </a:lnTo>
                  <a:lnTo>
                    <a:pt x="2932658" y="584200"/>
                  </a:lnTo>
                  <a:lnTo>
                    <a:pt x="2914535" y="635000"/>
                  </a:lnTo>
                  <a:lnTo>
                    <a:pt x="2898152" y="673100"/>
                  </a:lnTo>
                  <a:lnTo>
                    <a:pt x="2883535" y="711200"/>
                  </a:lnTo>
                  <a:lnTo>
                    <a:pt x="2870720" y="762000"/>
                  </a:lnTo>
                  <a:lnTo>
                    <a:pt x="2859773" y="800100"/>
                  </a:lnTo>
                  <a:lnTo>
                    <a:pt x="2850731" y="850900"/>
                  </a:lnTo>
                  <a:lnTo>
                    <a:pt x="2843606" y="901700"/>
                  </a:lnTo>
                  <a:lnTo>
                    <a:pt x="2838475" y="939800"/>
                  </a:lnTo>
                  <a:lnTo>
                    <a:pt x="2835364" y="990600"/>
                  </a:lnTo>
                  <a:lnTo>
                    <a:pt x="2834322" y="1041400"/>
                  </a:lnTo>
                  <a:lnTo>
                    <a:pt x="2835478" y="1092200"/>
                  </a:lnTo>
                  <a:lnTo>
                    <a:pt x="2838894" y="1143000"/>
                  </a:lnTo>
                  <a:lnTo>
                    <a:pt x="2844533" y="1181100"/>
                  </a:lnTo>
                  <a:lnTo>
                    <a:pt x="2852356" y="1231900"/>
                  </a:lnTo>
                  <a:lnTo>
                    <a:pt x="2862300" y="1282700"/>
                  </a:lnTo>
                  <a:lnTo>
                    <a:pt x="2874327" y="1320800"/>
                  </a:lnTo>
                  <a:lnTo>
                    <a:pt x="2888373" y="1371600"/>
                  </a:lnTo>
                  <a:lnTo>
                    <a:pt x="2904413" y="1409700"/>
                  </a:lnTo>
                  <a:lnTo>
                    <a:pt x="2922384" y="1460500"/>
                  </a:lnTo>
                  <a:lnTo>
                    <a:pt x="2942234" y="1498600"/>
                  </a:lnTo>
                  <a:lnTo>
                    <a:pt x="2963938" y="1536700"/>
                  </a:lnTo>
                  <a:lnTo>
                    <a:pt x="2987421" y="1587500"/>
                  </a:lnTo>
                  <a:lnTo>
                    <a:pt x="3012656" y="1625600"/>
                  </a:lnTo>
                  <a:lnTo>
                    <a:pt x="3039567" y="1663700"/>
                  </a:lnTo>
                  <a:lnTo>
                    <a:pt x="3068142" y="1689100"/>
                  </a:lnTo>
                  <a:lnTo>
                    <a:pt x="3098317" y="1727200"/>
                  </a:lnTo>
                  <a:lnTo>
                    <a:pt x="3130029" y="1765300"/>
                  </a:lnTo>
                  <a:lnTo>
                    <a:pt x="3163252" y="1790700"/>
                  </a:lnTo>
                  <a:lnTo>
                    <a:pt x="3197936" y="1828800"/>
                  </a:lnTo>
                  <a:lnTo>
                    <a:pt x="3234017" y="1854200"/>
                  </a:lnTo>
                  <a:lnTo>
                    <a:pt x="3271456" y="1879600"/>
                  </a:lnTo>
                  <a:lnTo>
                    <a:pt x="3310204" y="1905000"/>
                  </a:lnTo>
                  <a:lnTo>
                    <a:pt x="3350222" y="1930400"/>
                  </a:lnTo>
                  <a:lnTo>
                    <a:pt x="3391458" y="1955800"/>
                  </a:lnTo>
                  <a:lnTo>
                    <a:pt x="3433851" y="1981200"/>
                  </a:lnTo>
                  <a:lnTo>
                    <a:pt x="3477374" y="1993900"/>
                  </a:lnTo>
                  <a:lnTo>
                    <a:pt x="3614166" y="2032000"/>
                  </a:lnTo>
                  <a:lnTo>
                    <a:pt x="3872915" y="2461882"/>
                  </a:lnTo>
                  <a:lnTo>
                    <a:pt x="3875138" y="2461882"/>
                  </a:lnTo>
                  <a:lnTo>
                    <a:pt x="4112349" y="2032000"/>
                  </a:lnTo>
                  <a:lnTo>
                    <a:pt x="4249128" y="1993900"/>
                  </a:lnTo>
                  <a:lnTo>
                    <a:pt x="4292651" y="1981200"/>
                  </a:lnTo>
                  <a:lnTo>
                    <a:pt x="4335043" y="1955800"/>
                  </a:lnTo>
                  <a:lnTo>
                    <a:pt x="4376280" y="1930400"/>
                  </a:lnTo>
                  <a:lnTo>
                    <a:pt x="4416298" y="1905000"/>
                  </a:lnTo>
                  <a:lnTo>
                    <a:pt x="4455045" y="1879600"/>
                  </a:lnTo>
                  <a:lnTo>
                    <a:pt x="4492498" y="1854200"/>
                  </a:lnTo>
                  <a:lnTo>
                    <a:pt x="4528578" y="1828800"/>
                  </a:lnTo>
                  <a:lnTo>
                    <a:pt x="4563249" y="1790700"/>
                  </a:lnTo>
                  <a:lnTo>
                    <a:pt x="4596473" y="1765300"/>
                  </a:lnTo>
                  <a:lnTo>
                    <a:pt x="4628197" y="1727200"/>
                  </a:lnTo>
                  <a:lnTo>
                    <a:pt x="4658360" y="1689100"/>
                  </a:lnTo>
                  <a:lnTo>
                    <a:pt x="4686935" y="1663700"/>
                  </a:lnTo>
                  <a:lnTo>
                    <a:pt x="4713859" y="1625600"/>
                  </a:lnTo>
                  <a:lnTo>
                    <a:pt x="4739081" y="1587500"/>
                  </a:lnTo>
                  <a:lnTo>
                    <a:pt x="4762576" y="1536700"/>
                  </a:lnTo>
                  <a:lnTo>
                    <a:pt x="4784268" y="1498600"/>
                  </a:lnTo>
                  <a:lnTo>
                    <a:pt x="4804118" y="1460500"/>
                  </a:lnTo>
                  <a:lnTo>
                    <a:pt x="4822088" y="1409700"/>
                  </a:lnTo>
                  <a:lnTo>
                    <a:pt x="4838128" y="1371600"/>
                  </a:lnTo>
                  <a:lnTo>
                    <a:pt x="4852187" y="1320800"/>
                  </a:lnTo>
                  <a:lnTo>
                    <a:pt x="4864201" y="1282700"/>
                  </a:lnTo>
                  <a:lnTo>
                    <a:pt x="4874145" y="1231900"/>
                  </a:lnTo>
                  <a:lnTo>
                    <a:pt x="4881969" y="1181100"/>
                  </a:lnTo>
                  <a:lnTo>
                    <a:pt x="4887607" y="1143000"/>
                  </a:lnTo>
                  <a:lnTo>
                    <a:pt x="4891036" y="1092200"/>
                  </a:lnTo>
                  <a:lnTo>
                    <a:pt x="4892116" y="1041400"/>
                  </a:lnTo>
                  <a:close/>
                </a:path>
                <a:path w="9754869" h="3006725">
                  <a:moveTo>
                    <a:pt x="6388011" y="1397723"/>
                  </a:moveTo>
                  <a:lnTo>
                    <a:pt x="6232156" y="1397723"/>
                  </a:lnTo>
                  <a:lnTo>
                    <a:pt x="6232156" y="1582521"/>
                  </a:lnTo>
                  <a:lnTo>
                    <a:pt x="6388011" y="1582521"/>
                  </a:lnTo>
                  <a:lnTo>
                    <a:pt x="6388011" y="1397723"/>
                  </a:lnTo>
                  <a:close/>
                </a:path>
                <a:path w="9754869" h="3006725">
                  <a:moveTo>
                    <a:pt x="6403911" y="1001458"/>
                  </a:moveTo>
                  <a:lnTo>
                    <a:pt x="6393535" y="960869"/>
                  </a:lnTo>
                  <a:lnTo>
                    <a:pt x="6364757" y="929563"/>
                  </a:lnTo>
                  <a:lnTo>
                    <a:pt x="6323825" y="914908"/>
                  </a:lnTo>
                  <a:lnTo>
                    <a:pt x="6314999" y="914514"/>
                  </a:lnTo>
                  <a:lnTo>
                    <a:pt x="6314554" y="914514"/>
                  </a:lnTo>
                  <a:lnTo>
                    <a:pt x="6306794" y="914908"/>
                  </a:lnTo>
                  <a:lnTo>
                    <a:pt x="6306070" y="914908"/>
                  </a:lnTo>
                  <a:lnTo>
                    <a:pt x="6297777" y="916178"/>
                  </a:lnTo>
                  <a:lnTo>
                    <a:pt x="6297473" y="916178"/>
                  </a:lnTo>
                  <a:lnTo>
                    <a:pt x="6288544" y="918464"/>
                  </a:lnTo>
                  <a:lnTo>
                    <a:pt x="6251283" y="941222"/>
                  </a:lnTo>
                  <a:lnTo>
                    <a:pt x="6230264" y="974686"/>
                  </a:lnTo>
                  <a:lnTo>
                    <a:pt x="6226035" y="997013"/>
                  </a:lnTo>
                  <a:lnTo>
                    <a:pt x="6226111" y="1002728"/>
                  </a:lnTo>
                  <a:lnTo>
                    <a:pt x="6235649" y="1041082"/>
                  </a:lnTo>
                  <a:lnTo>
                    <a:pt x="6266675" y="1074254"/>
                  </a:lnTo>
                  <a:lnTo>
                    <a:pt x="6307480" y="1088301"/>
                  </a:lnTo>
                  <a:lnTo>
                    <a:pt x="6315341" y="1088656"/>
                  </a:lnTo>
                  <a:lnTo>
                    <a:pt x="6321958" y="1088656"/>
                  </a:lnTo>
                  <a:lnTo>
                    <a:pt x="6359906" y="1077010"/>
                  </a:lnTo>
                  <a:lnTo>
                    <a:pt x="6391999" y="1045070"/>
                  </a:lnTo>
                  <a:lnTo>
                    <a:pt x="6403848" y="1007186"/>
                  </a:lnTo>
                  <a:lnTo>
                    <a:pt x="6403911" y="1001458"/>
                  </a:lnTo>
                  <a:close/>
                </a:path>
                <a:path w="9754869" h="3006725">
                  <a:moveTo>
                    <a:pt x="6477660" y="1310843"/>
                  </a:moveTo>
                  <a:lnTo>
                    <a:pt x="6449504" y="1273378"/>
                  </a:lnTo>
                  <a:lnTo>
                    <a:pt x="6412979" y="1244015"/>
                  </a:lnTo>
                  <a:lnTo>
                    <a:pt x="6369977" y="1224483"/>
                  </a:lnTo>
                  <a:lnTo>
                    <a:pt x="6322911" y="1216164"/>
                  </a:lnTo>
                  <a:lnTo>
                    <a:pt x="6311303" y="1216164"/>
                  </a:lnTo>
                  <a:lnTo>
                    <a:pt x="6273127" y="1221105"/>
                  </a:lnTo>
                  <a:lnTo>
                    <a:pt x="6236754" y="1233703"/>
                  </a:lnTo>
                  <a:lnTo>
                    <a:pt x="6203645" y="1253464"/>
                  </a:lnTo>
                  <a:lnTo>
                    <a:pt x="6175273" y="1279563"/>
                  </a:lnTo>
                  <a:lnTo>
                    <a:pt x="6152832" y="1310843"/>
                  </a:lnTo>
                  <a:lnTo>
                    <a:pt x="6477660" y="1310843"/>
                  </a:lnTo>
                  <a:close/>
                </a:path>
                <a:path w="9754869" h="3006725">
                  <a:moveTo>
                    <a:pt x="6653682" y="822960"/>
                  </a:moveTo>
                  <a:lnTo>
                    <a:pt x="6631584" y="799528"/>
                  </a:lnTo>
                  <a:lnTo>
                    <a:pt x="6629044" y="799528"/>
                  </a:lnTo>
                  <a:lnTo>
                    <a:pt x="6506731" y="883513"/>
                  </a:lnTo>
                  <a:lnTo>
                    <a:pt x="6497193" y="901280"/>
                  </a:lnTo>
                  <a:lnTo>
                    <a:pt x="6497294" y="904227"/>
                  </a:lnTo>
                  <a:lnTo>
                    <a:pt x="6518872" y="924674"/>
                  </a:lnTo>
                  <a:lnTo>
                    <a:pt x="6522250" y="924674"/>
                  </a:lnTo>
                  <a:lnTo>
                    <a:pt x="6644195" y="840727"/>
                  </a:lnTo>
                  <a:lnTo>
                    <a:pt x="6653682" y="822960"/>
                  </a:lnTo>
                  <a:close/>
                </a:path>
                <a:path w="9754869" h="3006725">
                  <a:moveTo>
                    <a:pt x="6791338" y="1195933"/>
                  </a:moveTo>
                  <a:lnTo>
                    <a:pt x="6635521" y="1195933"/>
                  </a:lnTo>
                  <a:lnTo>
                    <a:pt x="6635521" y="1582521"/>
                  </a:lnTo>
                  <a:lnTo>
                    <a:pt x="6791338" y="1582521"/>
                  </a:lnTo>
                  <a:lnTo>
                    <a:pt x="6791338" y="1195933"/>
                  </a:lnTo>
                  <a:close/>
                </a:path>
                <a:path w="9754869" h="3006725">
                  <a:moveTo>
                    <a:pt x="6856844" y="677303"/>
                  </a:moveTo>
                  <a:lnTo>
                    <a:pt x="6834683" y="653796"/>
                  </a:lnTo>
                  <a:lnTo>
                    <a:pt x="6832079" y="653796"/>
                  </a:lnTo>
                  <a:lnTo>
                    <a:pt x="6709892" y="737857"/>
                  </a:lnTo>
                  <a:lnTo>
                    <a:pt x="6701333" y="755396"/>
                  </a:lnTo>
                  <a:lnTo>
                    <a:pt x="6701498" y="758228"/>
                  </a:lnTo>
                  <a:lnTo>
                    <a:pt x="6722796" y="778383"/>
                  </a:lnTo>
                  <a:lnTo>
                    <a:pt x="6725691" y="778383"/>
                  </a:lnTo>
                  <a:lnTo>
                    <a:pt x="6847357" y="695071"/>
                  </a:lnTo>
                  <a:lnTo>
                    <a:pt x="6856844" y="677303"/>
                  </a:lnTo>
                  <a:close/>
                </a:path>
                <a:path w="9754869" h="3006725">
                  <a:moveTo>
                    <a:pt x="6922402" y="2783027"/>
                  </a:moveTo>
                  <a:lnTo>
                    <a:pt x="6905180" y="2704884"/>
                  </a:lnTo>
                  <a:lnTo>
                    <a:pt x="6884187" y="2668016"/>
                  </a:lnTo>
                  <a:lnTo>
                    <a:pt x="6856400" y="2635897"/>
                  </a:lnTo>
                  <a:lnTo>
                    <a:pt x="6822719" y="2609392"/>
                  </a:lnTo>
                  <a:lnTo>
                    <a:pt x="6784073" y="2589377"/>
                  </a:lnTo>
                  <a:lnTo>
                    <a:pt x="6741363" y="2576728"/>
                  </a:lnTo>
                  <a:lnTo>
                    <a:pt x="6695516" y="2572321"/>
                  </a:lnTo>
                  <a:lnTo>
                    <a:pt x="6649682" y="2576728"/>
                  </a:lnTo>
                  <a:lnTo>
                    <a:pt x="6606984" y="2589377"/>
                  </a:lnTo>
                  <a:lnTo>
                    <a:pt x="6568351" y="2609392"/>
                  </a:lnTo>
                  <a:lnTo>
                    <a:pt x="6534683" y="2635897"/>
                  </a:lnTo>
                  <a:lnTo>
                    <a:pt x="6506908" y="2668016"/>
                  </a:lnTo>
                  <a:lnTo>
                    <a:pt x="6485941" y="2704884"/>
                  </a:lnTo>
                  <a:lnTo>
                    <a:pt x="6472695" y="2745613"/>
                  </a:lnTo>
                  <a:lnTo>
                    <a:pt x="6468072" y="2789339"/>
                  </a:lnTo>
                  <a:lnTo>
                    <a:pt x="6472695" y="2833065"/>
                  </a:lnTo>
                  <a:lnTo>
                    <a:pt x="6485941" y="2873781"/>
                  </a:lnTo>
                  <a:lnTo>
                    <a:pt x="6506908" y="2910636"/>
                  </a:lnTo>
                  <a:lnTo>
                    <a:pt x="6534683" y="2942729"/>
                  </a:lnTo>
                  <a:lnTo>
                    <a:pt x="6568351" y="2969222"/>
                  </a:lnTo>
                  <a:lnTo>
                    <a:pt x="6606984" y="2989211"/>
                  </a:lnTo>
                  <a:lnTo>
                    <a:pt x="6649682" y="3001861"/>
                  </a:lnTo>
                  <a:lnTo>
                    <a:pt x="6695516" y="3006306"/>
                  </a:lnTo>
                  <a:lnTo>
                    <a:pt x="6741363" y="3001861"/>
                  </a:lnTo>
                  <a:lnTo>
                    <a:pt x="6784073" y="2989211"/>
                  </a:lnTo>
                  <a:lnTo>
                    <a:pt x="6822719" y="2969222"/>
                  </a:lnTo>
                  <a:lnTo>
                    <a:pt x="6856400" y="2942729"/>
                  </a:lnTo>
                  <a:lnTo>
                    <a:pt x="6884187" y="2910636"/>
                  </a:lnTo>
                  <a:lnTo>
                    <a:pt x="6905180" y="2873781"/>
                  </a:lnTo>
                  <a:lnTo>
                    <a:pt x="6918439" y="2833065"/>
                  </a:lnTo>
                  <a:lnTo>
                    <a:pt x="6922402" y="2795638"/>
                  </a:lnTo>
                  <a:lnTo>
                    <a:pt x="6922402" y="2783027"/>
                  </a:lnTo>
                  <a:close/>
                </a:path>
                <a:path w="9754869" h="3006725">
                  <a:moveTo>
                    <a:pt x="7155091" y="1001610"/>
                  </a:moveTo>
                  <a:lnTo>
                    <a:pt x="6999275" y="1001610"/>
                  </a:lnTo>
                  <a:lnTo>
                    <a:pt x="6999275" y="1582521"/>
                  </a:lnTo>
                  <a:lnTo>
                    <a:pt x="7155091" y="1582521"/>
                  </a:lnTo>
                  <a:lnTo>
                    <a:pt x="7155091" y="1001610"/>
                  </a:lnTo>
                  <a:close/>
                </a:path>
                <a:path w="9754869" h="3006725">
                  <a:moveTo>
                    <a:pt x="7164235" y="595515"/>
                  </a:moveTo>
                  <a:lnTo>
                    <a:pt x="7153846" y="554926"/>
                  </a:lnTo>
                  <a:lnTo>
                    <a:pt x="7125081" y="523633"/>
                  </a:lnTo>
                  <a:lnTo>
                    <a:pt x="7084161" y="508990"/>
                  </a:lnTo>
                  <a:lnTo>
                    <a:pt x="7075348" y="508596"/>
                  </a:lnTo>
                  <a:lnTo>
                    <a:pt x="7074890" y="508596"/>
                  </a:lnTo>
                  <a:lnTo>
                    <a:pt x="7067080" y="508990"/>
                  </a:lnTo>
                  <a:lnTo>
                    <a:pt x="7066394" y="508990"/>
                  </a:lnTo>
                  <a:lnTo>
                    <a:pt x="7058088" y="510247"/>
                  </a:lnTo>
                  <a:lnTo>
                    <a:pt x="7057796" y="510247"/>
                  </a:lnTo>
                  <a:lnTo>
                    <a:pt x="7048881" y="512533"/>
                  </a:lnTo>
                  <a:lnTo>
                    <a:pt x="7011619" y="535305"/>
                  </a:lnTo>
                  <a:lnTo>
                    <a:pt x="6990067" y="571385"/>
                  </a:lnTo>
                  <a:lnTo>
                    <a:pt x="6986435" y="596442"/>
                  </a:lnTo>
                  <a:lnTo>
                    <a:pt x="6986994" y="605040"/>
                  </a:lnTo>
                  <a:lnTo>
                    <a:pt x="7002081" y="644652"/>
                  </a:lnTo>
                  <a:lnTo>
                    <a:pt x="7034504" y="672642"/>
                  </a:lnTo>
                  <a:lnTo>
                    <a:pt x="7075297" y="682726"/>
                  </a:lnTo>
                  <a:lnTo>
                    <a:pt x="7082256" y="682726"/>
                  </a:lnTo>
                  <a:lnTo>
                    <a:pt x="7120204" y="671068"/>
                  </a:lnTo>
                  <a:lnTo>
                    <a:pt x="7152310" y="639127"/>
                  </a:lnTo>
                  <a:lnTo>
                    <a:pt x="7164159" y="601243"/>
                  </a:lnTo>
                  <a:lnTo>
                    <a:pt x="7164235" y="595515"/>
                  </a:lnTo>
                  <a:close/>
                </a:path>
                <a:path w="9754869" h="3006725">
                  <a:moveTo>
                    <a:pt x="7237920" y="904976"/>
                  </a:moveTo>
                  <a:lnTo>
                    <a:pt x="7209777" y="867486"/>
                  </a:lnTo>
                  <a:lnTo>
                    <a:pt x="7173239" y="838111"/>
                  </a:lnTo>
                  <a:lnTo>
                    <a:pt x="7130402" y="818616"/>
                  </a:lnTo>
                  <a:lnTo>
                    <a:pt x="7083730" y="810298"/>
                  </a:lnTo>
                  <a:lnTo>
                    <a:pt x="7071576" y="810298"/>
                  </a:lnTo>
                  <a:lnTo>
                    <a:pt x="7033400" y="815238"/>
                  </a:lnTo>
                  <a:lnTo>
                    <a:pt x="6997027" y="827836"/>
                  </a:lnTo>
                  <a:lnTo>
                    <a:pt x="6963918" y="847598"/>
                  </a:lnTo>
                  <a:lnTo>
                    <a:pt x="6935546" y="873696"/>
                  </a:lnTo>
                  <a:lnTo>
                    <a:pt x="6913105" y="904976"/>
                  </a:lnTo>
                  <a:lnTo>
                    <a:pt x="7237920" y="904976"/>
                  </a:lnTo>
                  <a:close/>
                </a:path>
                <a:path w="9754869" h="3006725">
                  <a:moveTo>
                    <a:pt x="7724165" y="1041400"/>
                  </a:moveTo>
                  <a:lnTo>
                    <a:pt x="7723124" y="990600"/>
                  </a:lnTo>
                  <a:lnTo>
                    <a:pt x="7719822" y="939800"/>
                  </a:lnTo>
                  <a:lnTo>
                    <a:pt x="7714399" y="889000"/>
                  </a:lnTo>
                  <a:lnTo>
                    <a:pt x="7706893" y="850900"/>
                  </a:lnTo>
                  <a:lnTo>
                    <a:pt x="7697356" y="800100"/>
                  </a:lnTo>
                  <a:lnTo>
                    <a:pt x="7685837" y="749300"/>
                  </a:lnTo>
                  <a:lnTo>
                    <a:pt x="7672375" y="711200"/>
                  </a:lnTo>
                  <a:lnTo>
                    <a:pt x="7657033" y="660400"/>
                  </a:lnTo>
                  <a:lnTo>
                    <a:pt x="7639850" y="622300"/>
                  </a:lnTo>
                  <a:lnTo>
                    <a:pt x="7620863" y="584200"/>
                  </a:lnTo>
                  <a:lnTo>
                    <a:pt x="7600150" y="533400"/>
                  </a:lnTo>
                  <a:lnTo>
                    <a:pt x="7577734" y="495300"/>
                  </a:lnTo>
                  <a:lnTo>
                    <a:pt x="7553680" y="457200"/>
                  </a:lnTo>
                  <a:lnTo>
                    <a:pt x="7550886" y="453059"/>
                  </a:lnTo>
                  <a:lnTo>
                    <a:pt x="7550886" y="1041400"/>
                  </a:lnTo>
                  <a:lnTo>
                    <a:pt x="7549591" y="1092200"/>
                  </a:lnTo>
                  <a:lnTo>
                    <a:pt x="7545718" y="1143000"/>
                  </a:lnTo>
                  <a:lnTo>
                    <a:pt x="7539355" y="1181100"/>
                  </a:lnTo>
                  <a:lnTo>
                    <a:pt x="7530554" y="1231900"/>
                  </a:lnTo>
                  <a:lnTo>
                    <a:pt x="7519390" y="1282700"/>
                  </a:lnTo>
                  <a:lnTo>
                    <a:pt x="7505903" y="1320800"/>
                  </a:lnTo>
                  <a:lnTo>
                    <a:pt x="7490180" y="1371600"/>
                  </a:lnTo>
                  <a:lnTo>
                    <a:pt x="7472286" y="1409700"/>
                  </a:lnTo>
                  <a:lnTo>
                    <a:pt x="7452258" y="1447800"/>
                  </a:lnTo>
                  <a:lnTo>
                    <a:pt x="7430198" y="1485900"/>
                  </a:lnTo>
                  <a:lnTo>
                    <a:pt x="7406132" y="1524000"/>
                  </a:lnTo>
                  <a:lnTo>
                    <a:pt x="7380160" y="1562100"/>
                  </a:lnTo>
                  <a:lnTo>
                    <a:pt x="7352322" y="1600200"/>
                  </a:lnTo>
                  <a:lnTo>
                    <a:pt x="7322680" y="1638300"/>
                  </a:lnTo>
                  <a:lnTo>
                    <a:pt x="7291311" y="1663700"/>
                  </a:lnTo>
                  <a:lnTo>
                    <a:pt x="7258278" y="1701800"/>
                  </a:lnTo>
                  <a:lnTo>
                    <a:pt x="7223633" y="1727200"/>
                  </a:lnTo>
                  <a:lnTo>
                    <a:pt x="7187463" y="1752600"/>
                  </a:lnTo>
                  <a:lnTo>
                    <a:pt x="7149808" y="1778000"/>
                  </a:lnTo>
                  <a:lnTo>
                    <a:pt x="7110730" y="1803400"/>
                  </a:lnTo>
                  <a:lnTo>
                    <a:pt x="7070318" y="1828800"/>
                  </a:lnTo>
                  <a:lnTo>
                    <a:pt x="6985698" y="1854200"/>
                  </a:lnTo>
                  <a:lnTo>
                    <a:pt x="6941617" y="1879600"/>
                  </a:lnTo>
                  <a:lnTo>
                    <a:pt x="6896443" y="1879600"/>
                  </a:lnTo>
                  <a:lnTo>
                    <a:pt x="6803085" y="1905000"/>
                  </a:lnTo>
                  <a:lnTo>
                    <a:pt x="6612064" y="1905000"/>
                  </a:lnTo>
                  <a:lnTo>
                    <a:pt x="6566065" y="1892300"/>
                  </a:lnTo>
                  <a:lnTo>
                    <a:pt x="6520853" y="1892300"/>
                  </a:lnTo>
                  <a:lnTo>
                    <a:pt x="6433020" y="1866900"/>
                  </a:lnTo>
                  <a:lnTo>
                    <a:pt x="6390551" y="1841500"/>
                  </a:lnTo>
                  <a:lnTo>
                    <a:pt x="6308826" y="1816100"/>
                  </a:lnTo>
                  <a:lnTo>
                    <a:pt x="6269698" y="1790700"/>
                  </a:lnTo>
                  <a:lnTo>
                    <a:pt x="6231826" y="1765300"/>
                  </a:lnTo>
                  <a:lnTo>
                    <a:pt x="6195276" y="1739900"/>
                  </a:lnTo>
                  <a:lnTo>
                    <a:pt x="6160122" y="1714500"/>
                  </a:lnTo>
                  <a:lnTo>
                    <a:pt x="6126404" y="1689100"/>
                  </a:lnTo>
                  <a:lnTo>
                    <a:pt x="6094209" y="1651000"/>
                  </a:lnTo>
                  <a:lnTo>
                    <a:pt x="6063615" y="1625600"/>
                  </a:lnTo>
                  <a:lnTo>
                    <a:pt x="6034671" y="1587500"/>
                  </a:lnTo>
                  <a:lnTo>
                    <a:pt x="6007443" y="1549400"/>
                  </a:lnTo>
                  <a:lnTo>
                    <a:pt x="5982017" y="1511300"/>
                  </a:lnTo>
                  <a:lnTo>
                    <a:pt x="5958433" y="1473200"/>
                  </a:lnTo>
                  <a:lnTo>
                    <a:pt x="5936793" y="1435100"/>
                  </a:lnTo>
                  <a:lnTo>
                    <a:pt x="5917133" y="1397000"/>
                  </a:lnTo>
                  <a:lnTo>
                    <a:pt x="5899543" y="1358900"/>
                  </a:lnTo>
                  <a:lnTo>
                    <a:pt x="5884075" y="1308100"/>
                  </a:lnTo>
                  <a:lnTo>
                    <a:pt x="5870803" y="1270000"/>
                  </a:lnTo>
                  <a:lnTo>
                    <a:pt x="5859792" y="1231900"/>
                  </a:lnTo>
                  <a:lnTo>
                    <a:pt x="5851106" y="1181100"/>
                  </a:lnTo>
                  <a:lnTo>
                    <a:pt x="5844819" y="1130300"/>
                  </a:lnTo>
                  <a:lnTo>
                    <a:pt x="5840996" y="1092200"/>
                  </a:lnTo>
                  <a:lnTo>
                    <a:pt x="5839714" y="1041400"/>
                  </a:lnTo>
                  <a:lnTo>
                    <a:pt x="5840996" y="990600"/>
                  </a:lnTo>
                  <a:lnTo>
                    <a:pt x="5844819" y="952500"/>
                  </a:lnTo>
                  <a:lnTo>
                    <a:pt x="5851106" y="901700"/>
                  </a:lnTo>
                  <a:lnTo>
                    <a:pt x="5859792" y="850900"/>
                  </a:lnTo>
                  <a:lnTo>
                    <a:pt x="5870803" y="812800"/>
                  </a:lnTo>
                  <a:lnTo>
                    <a:pt x="5884075" y="762000"/>
                  </a:lnTo>
                  <a:lnTo>
                    <a:pt x="5899543" y="723900"/>
                  </a:lnTo>
                  <a:lnTo>
                    <a:pt x="5917133" y="685800"/>
                  </a:lnTo>
                  <a:lnTo>
                    <a:pt x="5936793" y="647700"/>
                  </a:lnTo>
                  <a:lnTo>
                    <a:pt x="5958433" y="609600"/>
                  </a:lnTo>
                  <a:lnTo>
                    <a:pt x="5982017" y="571500"/>
                  </a:lnTo>
                  <a:lnTo>
                    <a:pt x="6007443" y="533400"/>
                  </a:lnTo>
                  <a:lnTo>
                    <a:pt x="6034671" y="495300"/>
                  </a:lnTo>
                  <a:lnTo>
                    <a:pt x="6063615" y="457200"/>
                  </a:lnTo>
                  <a:lnTo>
                    <a:pt x="6094209" y="431800"/>
                  </a:lnTo>
                  <a:lnTo>
                    <a:pt x="6126404" y="393700"/>
                  </a:lnTo>
                  <a:lnTo>
                    <a:pt x="6160122" y="368300"/>
                  </a:lnTo>
                  <a:lnTo>
                    <a:pt x="6195276" y="342900"/>
                  </a:lnTo>
                  <a:lnTo>
                    <a:pt x="6231826" y="317500"/>
                  </a:lnTo>
                  <a:lnTo>
                    <a:pt x="6269698" y="292100"/>
                  </a:lnTo>
                  <a:lnTo>
                    <a:pt x="6308826" y="266700"/>
                  </a:lnTo>
                  <a:lnTo>
                    <a:pt x="6349124" y="254000"/>
                  </a:lnTo>
                  <a:lnTo>
                    <a:pt x="6390551" y="228600"/>
                  </a:lnTo>
                  <a:lnTo>
                    <a:pt x="6520853" y="190500"/>
                  </a:lnTo>
                  <a:lnTo>
                    <a:pt x="6566065" y="190500"/>
                  </a:lnTo>
                  <a:lnTo>
                    <a:pt x="6612064" y="177800"/>
                  </a:lnTo>
                  <a:lnTo>
                    <a:pt x="6803085" y="177800"/>
                  </a:lnTo>
                  <a:lnTo>
                    <a:pt x="6850253" y="190500"/>
                  </a:lnTo>
                  <a:lnTo>
                    <a:pt x="6896443" y="190500"/>
                  </a:lnTo>
                  <a:lnTo>
                    <a:pt x="6985698" y="215900"/>
                  </a:lnTo>
                  <a:lnTo>
                    <a:pt x="7028612" y="241300"/>
                  </a:lnTo>
                  <a:lnTo>
                    <a:pt x="7070318" y="254000"/>
                  </a:lnTo>
                  <a:lnTo>
                    <a:pt x="7110730" y="279400"/>
                  </a:lnTo>
                  <a:lnTo>
                    <a:pt x="7149808" y="304800"/>
                  </a:lnTo>
                  <a:lnTo>
                    <a:pt x="7187463" y="330200"/>
                  </a:lnTo>
                  <a:lnTo>
                    <a:pt x="7223633" y="355600"/>
                  </a:lnTo>
                  <a:lnTo>
                    <a:pt x="7258278" y="381000"/>
                  </a:lnTo>
                  <a:lnTo>
                    <a:pt x="7291311" y="406400"/>
                  </a:lnTo>
                  <a:lnTo>
                    <a:pt x="7322680" y="444500"/>
                  </a:lnTo>
                  <a:lnTo>
                    <a:pt x="7352322" y="482600"/>
                  </a:lnTo>
                  <a:lnTo>
                    <a:pt x="7380160" y="520700"/>
                  </a:lnTo>
                  <a:lnTo>
                    <a:pt x="7406132" y="546100"/>
                  </a:lnTo>
                  <a:lnTo>
                    <a:pt x="7430198" y="596900"/>
                  </a:lnTo>
                  <a:lnTo>
                    <a:pt x="7452258" y="635000"/>
                  </a:lnTo>
                  <a:lnTo>
                    <a:pt x="7472286" y="673100"/>
                  </a:lnTo>
                  <a:lnTo>
                    <a:pt x="7490180" y="711200"/>
                  </a:lnTo>
                  <a:lnTo>
                    <a:pt x="7505903" y="762000"/>
                  </a:lnTo>
                  <a:lnTo>
                    <a:pt x="7519390" y="800100"/>
                  </a:lnTo>
                  <a:lnTo>
                    <a:pt x="7530554" y="850900"/>
                  </a:lnTo>
                  <a:lnTo>
                    <a:pt x="7539355" y="901700"/>
                  </a:lnTo>
                  <a:lnTo>
                    <a:pt x="7545718" y="939800"/>
                  </a:lnTo>
                  <a:lnTo>
                    <a:pt x="7549591" y="990600"/>
                  </a:lnTo>
                  <a:lnTo>
                    <a:pt x="7550886" y="1041400"/>
                  </a:lnTo>
                  <a:lnTo>
                    <a:pt x="7550886" y="453059"/>
                  </a:lnTo>
                  <a:lnTo>
                    <a:pt x="7528026" y="419100"/>
                  </a:lnTo>
                  <a:lnTo>
                    <a:pt x="7500810" y="381000"/>
                  </a:lnTo>
                  <a:lnTo>
                    <a:pt x="7472108" y="355600"/>
                  </a:lnTo>
                  <a:lnTo>
                    <a:pt x="7441959" y="317500"/>
                  </a:lnTo>
                  <a:lnTo>
                    <a:pt x="7410386" y="279400"/>
                  </a:lnTo>
                  <a:lnTo>
                    <a:pt x="7377481" y="254000"/>
                  </a:lnTo>
                  <a:lnTo>
                    <a:pt x="7343254" y="228600"/>
                  </a:lnTo>
                  <a:lnTo>
                    <a:pt x="7307770" y="203200"/>
                  </a:lnTo>
                  <a:lnTo>
                    <a:pt x="7271093" y="177800"/>
                  </a:lnTo>
                  <a:lnTo>
                    <a:pt x="7233234" y="152400"/>
                  </a:lnTo>
                  <a:lnTo>
                    <a:pt x="7194270" y="127000"/>
                  </a:lnTo>
                  <a:lnTo>
                    <a:pt x="7154253" y="101600"/>
                  </a:lnTo>
                  <a:lnTo>
                    <a:pt x="7113206" y="88900"/>
                  </a:lnTo>
                  <a:lnTo>
                    <a:pt x="7071195" y="63500"/>
                  </a:lnTo>
                  <a:lnTo>
                    <a:pt x="6939851" y="25400"/>
                  </a:lnTo>
                  <a:lnTo>
                    <a:pt x="6894462" y="12700"/>
                  </a:lnTo>
                  <a:lnTo>
                    <a:pt x="6848335" y="12700"/>
                  </a:lnTo>
                  <a:lnTo>
                    <a:pt x="6801548" y="0"/>
                  </a:lnTo>
                  <a:lnTo>
                    <a:pt x="6609905" y="0"/>
                  </a:lnTo>
                  <a:lnTo>
                    <a:pt x="6562801" y="12700"/>
                  </a:lnTo>
                  <a:lnTo>
                    <a:pt x="6516433" y="12700"/>
                  </a:lnTo>
                  <a:lnTo>
                    <a:pt x="6426035" y="38100"/>
                  </a:lnTo>
                  <a:lnTo>
                    <a:pt x="6296926" y="76200"/>
                  </a:lnTo>
                  <a:lnTo>
                    <a:pt x="6255791" y="101600"/>
                  </a:lnTo>
                  <a:lnTo>
                    <a:pt x="6215672" y="114300"/>
                  </a:lnTo>
                  <a:lnTo>
                    <a:pt x="6176619" y="139700"/>
                  </a:lnTo>
                  <a:lnTo>
                    <a:pt x="6138672" y="165100"/>
                  </a:lnTo>
                  <a:lnTo>
                    <a:pt x="6101867" y="190500"/>
                  </a:lnTo>
                  <a:lnTo>
                    <a:pt x="6066244" y="215900"/>
                  </a:lnTo>
                  <a:lnTo>
                    <a:pt x="6031852" y="241300"/>
                  </a:lnTo>
                  <a:lnTo>
                    <a:pt x="5998730" y="266700"/>
                  </a:lnTo>
                  <a:lnTo>
                    <a:pt x="5966930" y="304800"/>
                  </a:lnTo>
                  <a:lnTo>
                    <a:pt x="5936475" y="330200"/>
                  </a:lnTo>
                  <a:lnTo>
                    <a:pt x="5907417" y="368300"/>
                  </a:lnTo>
                  <a:lnTo>
                    <a:pt x="5879795" y="406400"/>
                  </a:lnTo>
                  <a:lnTo>
                    <a:pt x="5853646" y="431800"/>
                  </a:lnTo>
                  <a:lnTo>
                    <a:pt x="5829033" y="469900"/>
                  </a:lnTo>
                  <a:lnTo>
                    <a:pt x="5805970" y="508000"/>
                  </a:lnTo>
                  <a:lnTo>
                    <a:pt x="5784520" y="546100"/>
                  </a:lnTo>
                  <a:lnTo>
                    <a:pt x="5764708" y="584200"/>
                  </a:lnTo>
                  <a:lnTo>
                    <a:pt x="5746585" y="635000"/>
                  </a:lnTo>
                  <a:lnTo>
                    <a:pt x="5730202" y="673100"/>
                  </a:lnTo>
                  <a:lnTo>
                    <a:pt x="5715584" y="711200"/>
                  </a:lnTo>
                  <a:lnTo>
                    <a:pt x="5702770" y="762000"/>
                  </a:lnTo>
                  <a:lnTo>
                    <a:pt x="5691822" y="800100"/>
                  </a:lnTo>
                  <a:lnTo>
                    <a:pt x="5682767" y="850900"/>
                  </a:lnTo>
                  <a:lnTo>
                    <a:pt x="5675655" y="901700"/>
                  </a:lnTo>
                  <a:lnTo>
                    <a:pt x="5670524" y="939800"/>
                  </a:lnTo>
                  <a:lnTo>
                    <a:pt x="5667413" y="990600"/>
                  </a:lnTo>
                  <a:lnTo>
                    <a:pt x="5666371" y="1041400"/>
                  </a:lnTo>
                  <a:lnTo>
                    <a:pt x="5667527" y="1092200"/>
                  </a:lnTo>
                  <a:lnTo>
                    <a:pt x="5670943" y="1143000"/>
                  </a:lnTo>
                  <a:lnTo>
                    <a:pt x="5676582" y="1181100"/>
                  </a:lnTo>
                  <a:lnTo>
                    <a:pt x="5684405" y="1231900"/>
                  </a:lnTo>
                  <a:lnTo>
                    <a:pt x="5694350" y="1282700"/>
                  </a:lnTo>
                  <a:lnTo>
                    <a:pt x="5706376" y="1320800"/>
                  </a:lnTo>
                  <a:lnTo>
                    <a:pt x="5720423" y="1371600"/>
                  </a:lnTo>
                  <a:lnTo>
                    <a:pt x="5736463" y="1409700"/>
                  </a:lnTo>
                  <a:lnTo>
                    <a:pt x="5754433" y="1460500"/>
                  </a:lnTo>
                  <a:lnTo>
                    <a:pt x="5774283" y="1498600"/>
                  </a:lnTo>
                  <a:lnTo>
                    <a:pt x="5795988" y="1536700"/>
                  </a:lnTo>
                  <a:lnTo>
                    <a:pt x="5819470" y="1587500"/>
                  </a:lnTo>
                  <a:lnTo>
                    <a:pt x="5844692" y="1625600"/>
                  </a:lnTo>
                  <a:lnTo>
                    <a:pt x="5871616" y="1663700"/>
                  </a:lnTo>
                  <a:lnTo>
                    <a:pt x="5900191" y="1689100"/>
                  </a:lnTo>
                  <a:lnTo>
                    <a:pt x="5930354" y="1727200"/>
                  </a:lnTo>
                  <a:lnTo>
                    <a:pt x="5962078" y="1765300"/>
                  </a:lnTo>
                  <a:lnTo>
                    <a:pt x="5995301" y="1790700"/>
                  </a:lnTo>
                  <a:lnTo>
                    <a:pt x="6029972" y="1828800"/>
                  </a:lnTo>
                  <a:lnTo>
                    <a:pt x="6066066" y="1854200"/>
                  </a:lnTo>
                  <a:lnTo>
                    <a:pt x="6103505" y="1879600"/>
                  </a:lnTo>
                  <a:lnTo>
                    <a:pt x="6142253" y="1905000"/>
                  </a:lnTo>
                  <a:lnTo>
                    <a:pt x="6182271" y="1930400"/>
                  </a:lnTo>
                  <a:lnTo>
                    <a:pt x="6223508" y="1955800"/>
                  </a:lnTo>
                  <a:lnTo>
                    <a:pt x="6265900" y="1981200"/>
                  </a:lnTo>
                  <a:lnTo>
                    <a:pt x="6309423" y="1993900"/>
                  </a:lnTo>
                  <a:lnTo>
                    <a:pt x="6446215" y="2032000"/>
                  </a:lnTo>
                  <a:lnTo>
                    <a:pt x="6704965" y="2461882"/>
                  </a:lnTo>
                  <a:lnTo>
                    <a:pt x="6707187" y="2461882"/>
                  </a:lnTo>
                  <a:lnTo>
                    <a:pt x="6944398" y="2032000"/>
                  </a:lnTo>
                  <a:lnTo>
                    <a:pt x="7081177" y="1993900"/>
                  </a:lnTo>
                  <a:lnTo>
                    <a:pt x="7124700" y="1981200"/>
                  </a:lnTo>
                  <a:lnTo>
                    <a:pt x="7167092" y="1955800"/>
                  </a:lnTo>
                  <a:lnTo>
                    <a:pt x="7208329" y="1930400"/>
                  </a:lnTo>
                  <a:lnTo>
                    <a:pt x="7248347" y="1905000"/>
                  </a:lnTo>
                  <a:lnTo>
                    <a:pt x="7287095" y="1879600"/>
                  </a:lnTo>
                  <a:lnTo>
                    <a:pt x="7324547" y="1854200"/>
                  </a:lnTo>
                  <a:lnTo>
                    <a:pt x="7360628" y="1828800"/>
                  </a:lnTo>
                  <a:lnTo>
                    <a:pt x="7395299" y="1790700"/>
                  </a:lnTo>
                  <a:lnTo>
                    <a:pt x="7428522" y="1765300"/>
                  </a:lnTo>
                  <a:lnTo>
                    <a:pt x="7460247" y="1727200"/>
                  </a:lnTo>
                  <a:lnTo>
                    <a:pt x="7490409" y="1689100"/>
                  </a:lnTo>
                  <a:lnTo>
                    <a:pt x="7518984" y="1663700"/>
                  </a:lnTo>
                  <a:lnTo>
                    <a:pt x="7545908" y="1625600"/>
                  </a:lnTo>
                  <a:lnTo>
                    <a:pt x="7571130" y="1587500"/>
                  </a:lnTo>
                  <a:lnTo>
                    <a:pt x="7594625" y="1536700"/>
                  </a:lnTo>
                  <a:lnTo>
                    <a:pt x="7616317" y="1498600"/>
                  </a:lnTo>
                  <a:lnTo>
                    <a:pt x="7636167" y="1460500"/>
                  </a:lnTo>
                  <a:lnTo>
                    <a:pt x="7654137" y="1409700"/>
                  </a:lnTo>
                  <a:lnTo>
                    <a:pt x="7670178" y="1371600"/>
                  </a:lnTo>
                  <a:lnTo>
                    <a:pt x="7684236" y="1320800"/>
                  </a:lnTo>
                  <a:lnTo>
                    <a:pt x="7696251" y="1282700"/>
                  </a:lnTo>
                  <a:lnTo>
                    <a:pt x="7706195" y="1231900"/>
                  </a:lnTo>
                  <a:lnTo>
                    <a:pt x="7714018" y="1181100"/>
                  </a:lnTo>
                  <a:lnTo>
                    <a:pt x="7719657" y="1143000"/>
                  </a:lnTo>
                  <a:lnTo>
                    <a:pt x="7723086" y="1092200"/>
                  </a:lnTo>
                  <a:lnTo>
                    <a:pt x="7724165" y="1041400"/>
                  </a:lnTo>
                  <a:close/>
                </a:path>
                <a:path w="9754869" h="3006725">
                  <a:moveTo>
                    <a:pt x="9754451" y="2783027"/>
                  </a:moveTo>
                  <a:lnTo>
                    <a:pt x="9737230" y="2704884"/>
                  </a:lnTo>
                  <a:lnTo>
                    <a:pt x="9716237" y="2668016"/>
                  </a:lnTo>
                  <a:lnTo>
                    <a:pt x="9688449" y="2635897"/>
                  </a:lnTo>
                  <a:lnTo>
                    <a:pt x="9654769" y="2609392"/>
                  </a:lnTo>
                  <a:lnTo>
                    <a:pt x="9616122" y="2589377"/>
                  </a:lnTo>
                  <a:lnTo>
                    <a:pt x="9573412" y="2576728"/>
                  </a:lnTo>
                  <a:lnTo>
                    <a:pt x="9527565" y="2572321"/>
                  </a:lnTo>
                  <a:lnTo>
                    <a:pt x="9481731" y="2576728"/>
                  </a:lnTo>
                  <a:lnTo>
                    <a:pt x="9439034" y="2589377"/>
                  </a:lnTo>
                  <a:lnTo>
                    <a:pt x="9400388" y="2609392"/>
                  </a:lnTo>
                  <a:lnTo>
                    <a:pt x="9366733" y="2635897"/>
                  </a:lnTo>
                  <a:lnTo>
                    <a:pt x="9338958" y="2668016"/>
                  </a:lnTo>
                  <a:lnTo>
                    <a:pt x="9317990" y="2704884"/>
                  </a:lnTo>
                  <a:lnTo>
                    <a:pt x="9304744" y="2745613"/>
                  </a:lnTo>
                  <a:lnTo>
                    <a:pt x="9300121" y="2789339"/>
                  </a:lnTo>
                  <a:lnTo>
                    <a:pt x="9304744" y="2833065"/>
                  </a:lnTo>
                  <a:lnTo>
                    <a:pt x="9317990" y="2873781"/>
                  </a:lnTo>
                  <a:lnTo>
                    <a:pt x="9338958" y="2910636"/>
                  </a:lnTo>
                  <a:lnTo>
                    <a:pt x="9366733" y="2942729"/>
                  </a:lnTo>
                  <a:lnTo>
                    <a:pt x="9400388" y="2969222"/>
                  </a:lnTo>
                  <a:lnTo>
                    <a:pt x="9439034" y="2989211"/>
                  </a:lnTo>
                  <a:lnTo>
                    <a:pt x="9481731" y="3001861"/>
                  </a:lnTo>
                  <a:lnTo>
                    <a:pt x="9527565" y="3006306"/>
                  </a:lnTo>
                  <a:lnTo>
                    <a:pt x="9573412" y="3001861"/>
                  </a:lnTo>
                  <a:lnTo>
                    <a:pt x="9616122" y="2989211"/>
                  </a:lnTo>
                  <a:lnTo>
                    <a:pt x="9654769" y="2969222"/>
                  </a:lnTo>
                  <a:lnTo>
                    <a:pt x="9688449" y="2942729"/>
                  </a:lnTo>
                  <a:lnTo>
                    <a:pt x="9716237" y="2910636"/>
                  </a:lnTo>
                  <a:lnTo>
                    <a:pt x="9737230" y="2873781"/>
                  </a:lnTo>
                  <a:lnTo>
                    <a:pt x="9750488" y="2833065"/>
                  </a:lnTo>
                  <a:lnTo>
                    <a:pt x="9754451" y="2795638"/>
                  </a:lnTo>
                  <a:lnTo>
                    <a:pt x="9754451" y="2783027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72822" y="7251696"/>
              <a:ext cx="1133475" cy="0"/>
            </a:xfrm>
            <a:custGeom>
              <a:avLst/>
              <a:gdLst/>
              <a:ahLst/>
              <a:cxnLst/>
              <a:rect l="l" t="t" r="r" b="b"/>
              <a:pathLst>
                <a:path w="1133475">
                  <a:moveTo>
                    <a:pt x="0" y="0"/>
                  </a:moveTo>
                  <a:lnTo>
                    <a:pt x="1133086" y="0"/>
                  </a:lnTo>
                </a:path>
              </a:pathLst>
            </a:custGeom>
            <a:ln w="3175">
              <a:solidFill>
                <a:srgbClr val="035C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822" y="6118610"/>
              <a:ext cx="1133475" cy="850265"/>
            </a:xfrm>
            <a:custGeom>
              <a:avLst/>
              <a:gdLst/>
              <a:ahLst/>
              <a:cxnLst/>
              <a:rect l="l" t="t" r="r" b="b"/>
              <a:pathLst>
                <a:path w="1133475" h="850265">
                  <a:moveTo>
                    <a:pt x="0" y="849814"/>
                  </a:moveTo>
                  <a:lnTo>
                    <a:pt x="1133086" y="849814"/>
                  </a:lnTo>
                </a:path>
                <a:path w="1133475" h="850265">
                  <a:moveTo>
                    <a:pt x="0" y="566543"/>
                  </a:moveTo>
                  <a:lnTo>
                    <a:pt x="1133086" y="566543"/>
                  </a:lnTo>
                </a:path>
                <a:path w="1133475" h="850265">
                  <a:moveTo>
                    <a:pt x="0" y="283271"/>
                  </a:moveTo>
                  <a:lnTo>
                    <a:pt x="1133086" y="283271"/>
                  </a:lnTo>
                </a:path>
                <a:path w="1133475" h="850265">
                  <a:moveTo>
                    <a:pt x="0" y="0"/>
                  </a:moveTo>
                  <a:lnTo>
                    <a:pt x="1133086" y="0"/>
                  </a:lnTo>
                </a:path>
              </a:pathLst>
            </a:custGeom>
            <a:ln w="3175">
              <a:solidFill>
                <a:srgbClr val="035C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27265" y="7250187"/>
            <a:ext cx="15240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350" spc="-5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350" spc="-50" dirty="0">
                <a:solidFill>
                  <a:srgbClr val="035C61"/>
                </a:solidFill>
                <a:latin typeface="Verdana"/>
                <a:cs typeface="Verdana"/>
              </a:rPr>
              <a:t>1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63454" y="5714445"/>
            <a:ext cx="2057798" cy="246187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812907" y="7250187"/>
            <a:ext cx="16192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350" spc="-5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350" spc="-50" dirty="0">
                <a:solidFill>
                  <a:srgbClr val="035C61"/>
                </a:solidFill>
                <a:latin typeface="Verdana"/>
                <a:cs typeface="Verdana"/>
              </a:rPr>
              <a:t>2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2728" y="7250187"/>
            <a:ext cx="16256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350" spc="-5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350" spc="-50" dirty="0">
                <a:solidFill>
                  <a:srgbClr val="035C61"/>
                </a:solidFill>
                <a:latin typeface="Verdana"/>
                <a:cs typeface="Verdana"/>
              </a:rPr>
              <a:t>3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93282" y="7250187"/>
            <a:ext cx="16256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350" spc="-5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350" spc="-50" dirty="0">
                <a:solidFill>
                  <a:srgbClr val="035C61"/>
                </a:solidFill>
                <a:latin typeface="Verdana"/>
                <a:cs typeface="Verdana"/>
              </a:rPr>
              <a:t>4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98624" y="7211019"/>
            <a:ext cx="55244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50" dirty="0">
                <a:solidFill>
                  <a:srgbClr val="035C61"/>
                </a:solidFill>
                <a:latin typeface="Verdana"/>
                <a:cs typeface="Verdana"/>
              </a:rPr>
              <a:t>0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8619" y="6927747"/>
            <a:ext cx="5461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50" dirty="0">
                <a:solidFill>
                  <a:srgbClr val="035C61"/>
                </a:solidFill>
                <a:latin typeface="Verdana"/>
                <a:cs typeface="Verdana"/>
              </a:rPr>
              <a:t>5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79736" y="6644476"/>
            <a:ext cx="7429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25" dirty="0">
                <a:solidFill>
                  <a:srgbClr val="035C61"/>
                </a:solidFill>
                <a:latin typeface="Verdana"/>
                <a:cs typeface="Verdana"/>
              </a:rPr>
              <a:t>10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0085" y="6361203"/>
            <a:ext cx="7366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25" dirty="0">
                <a:solidFill>
                  <a:srgbClr val="035C61"/>
                </a:solidFill>
                <a:latin typeface="Verdana"/>
                <a:cs typeface="Verdana"/>
              </a:rPr>
              <a:t>15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71332" y="6077932"/>
            <a:ext cx="8255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25" dirty="0">
                <a:solidFill>
                  <a:srgbClr val="035C61"/>
                </a:solidFill>
                <a:latin typeface="Verdana"/>
                <a:cs typeface="Verdana"/>
              </a:rPr>
              <a:t>20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72813" y="6113881"/>
            <a:ext cx="4076065" cy="1233805"/>
          </a:xfrm>
          <a:custGeom>
            <a:avLst/>
            <a:gdLst/>
            <a:ahLst/>
            <a:cxnLst/>
            <a:rect l="l" t="t" r="r" b="b"/>
            <a:pathLst>
              <a:path w="4076065" h="1233804">
                <a:moveTo>
                  <a:pt x="261480" y="702729"/>
                </a:moveTo>
                <a:lnTo>
                  <a:pt x="243344" y="684580"/>
                </a:lnTo>
                <a:lnTo>
                  <a:pt x="18148" y="684580"/>
                </a:lnTo>
                <a:lnTo>
                  <a:pt x="0" y="702729"/>
                </a:lnTo>
                <a:lnTo>
                  <a:pt x="0" y="1137818"/>
                </a:lnTo>
                <a:lnTo>
                  <a:pt x="261480" y="1137818"/>
                </a:lnTo>
                <a:lnTo>
                  <a:pt x="261480" y="702729"/>
                </a:lnTo>
                <a:close/>
              </a:path>
              <a:path w="4076065" h="1233804">
                <a:moveTo>
                  <a:pt x="552018" y="476110"/>
                </a:moveTo>
                <a:lnTo>
                  <a:pt x="533869" y="457974"/>
                </a:lnTo>
                <a:lnTo>
                  <a:pt x="308686" y="457974"/>
                </a:lnTo>
                <a:lnTo>
                  <a:pt x="290537" y="476110"/>
                </a:lnTo>
                <a:lnTo>
                  <a:pt x="290537" y="1137818"/>
                </a:lnTo>
                <a:lnTo>
                  <a:pt x="552018" y="1137818"/>
                </a:lnTo>
                <a:lnTo>
                  <a:pt x="552018" y="476110"/>
                </a:lnTo>
                <a:close/>
              </a:path>
              <a:path w="4076065" h="1233804">
                <a:moveTo>
                  <a:pt x="842556" y="249491"/>
                </a:moveTo>
                <a:lnTo>
                  <a:pt x="824407" y="231355"/>
                </a:lnTo>
                <a:lnTo>
                  <a:pt x="599211" y="231355"/>
                </a:lnTo>
                <a:lnTo>
                  <a:pt x="581075" y="249491"/>
                </a:lnTo>
                <a:lnTo>
                  <a:pt x="581075" y="1137818"/>
                </a:lnTo>
                <a:lnTo>
                  <a:pt x="842556" y="1137818"/>
                </a:lnTo>
                <a:lnTo>
                  <a:pt x="842556" y="249491"/>
                </a:lnTo>
                <a:close/>
              </a:path>
              <a:path w="4076065" h="1233804">
                <a:moveTo>
                  <a:pt x="1133094" y="22885"/>
                </a:moveTo>
                <a:lnTo>
                  <a:pt x="1114945" y="4737"/>
                </a:lnTo>
                <a:lnTo>
                  <a:pt x="889749" y="4737"/>
                </a:lnTo>
                <a:lnTo>
                  <a:pt x="871613" y="22885"/>
                </a:lnTo>
                <a:lnTo>
                  <a:pt x="871613" y="1137818"/>
                </a:lnTo>
                <a:lnTo>
                  <a:pt x="1133094" y="1137818"/>
                </a:lnTo>
                <a:lnTo>
                  <a:pt x="1133094" y="22885"/>
                </a:lnTo>
                <a:close/>
              </a:path>
              <a:path w="4076065" h="1233804">
                <a:moveTo>
                  <a:pt x="4075633" y="384784"/>
                </a:moveTo>
                <a:lnTo>
                  <a:pt x="4055630" y="318871"/>
                </a:lnTo>
                <a:lnTo>
                  <a:pt x="3994137" y="287832"/>
                </a:lnTo>
                <a:lnTo>
                  <a:pt x="2887942" y="217754"/>
                </a:lnTo>
                <a:lnTo>
                  <a:pt x="2837243" y="100444"/>
                </a:lnTo>
                <a:lnTo>
                  <a:pt x="2832747" y="90043"/>
                </a:lnTo>
                <a:lnTo>
                  <a:pt x="2778709" y="64211"/>
                </a:lnTo>
                <a:lnTo>
                  <a:pt x="2786202" y="47701"/>
                </a:lnTo>
                <a:lnTo>
                  <a:pt x="2688552" y="3378"/>
                </a:lnTo>
                <a:lnTo>
                  <a:pt x="2673972" y="0"/>
                </a:lnTo>
                <a:lnTo>
                  <a:pt x="2659723" y="2413"/>
                </a:lnTo>
                <a:lnTo>
                  <a:pt x="2647404" y="9982"/>
                </a:lnTo>
                <a:lnTo>
                  <a:pt x="2638641" y="22123"/>
                </a:lnTo>
                <a:lnTo>
                  <a:pt x="2635262" y="36703"/>
                </a:lnTo>
                <a:lnTo>
                  <a:pt x="2637675" y="50965"/>
                </a:lnTo>
                <a:lnTo>
                  <a:pt x="2645257" y="63271"/>
                </a:lnTo>
                <a:lnTo>
                  <a:pt x="2657386" y="72034"/>
                </a:lnTo>
                <a:lnTo>
                  <a:pt x="2755036" y="116357"/>
                </a:lnTo>
                <a:lnTo>
                  <a:pt x="2762262" y="100444"/>
                </a:lnTo>
                <a:lnTo>
                  <a:pt x="2802140" y="119507"/>
                </a:lnTo>
                <a:lnTo>
                  <a:pt x="3118751" y="852068"/>
                </a:lnTo>
                <a:lnTo>
                  <a:pt x="3033598" y="959904"/>
                </a:lnTo>
                <a:lnTo>
                  <a:pt x="3026880" y="971397"/>
                </a:lnTo>
                <a:lnTo>
                  <a:pt x="3023679" y="983970"/>
                </a:lnTo>
                <a:lnTo>
                  <a:pt x="3023806" y="987691"/>
                </a:lnTo>
                <a:lnTo>
                  <a:pt x="3023895" y="990739"/>
                </a:lnTo>
                <a:lnTo>
                  <a:pt x="3023997" y="993825"/>
                </a:lnTo>
                <a:lnTo>
                  <a:pt x="3024086" y="996950"/>
                </a:lnTo>
                <a:lnTo>
                  <a:pt x="3028175" y="1009624"/>
                </a:lnTo>
                <a:lnTo>
                  <a:pt x="3035592" y="1020699"/>
                </a:lnTo>
                <a:lnTo>
                  <a:pt x="3045523" y="1029055"/>
                </a:lnTo>
                <a:lnTo>
                  <a:pt x="3057385" y="1034351"/>
                </a:lnTo>
                <a:lnTo>
                  <a:pt x="3070568" y="1036193"/>
                </a:lnTo>
                <a:lnTo>
                  <a:pt x="3121266" y="1036193"/>
                </a:lnTo>
                <a:lnTo>
                  <a:pt x="3139300" y="1098207"/>
                </a:lnTo>
                <a:lnTo>
                  <a:pt x="3127603" y="1109992"/>
                </a:lnTo>
                <a:lnTo>
                  <a:pt x="3118688" y="1124089"/>
                </a:lnTo>
                <a:lnTo>
                  <a:pt x="3113011" y="1140053"/>
                </a:lnTo>
                <a:lnTo>
                  <a:pt x="3112909" y="1140980"/>
                </a:lnTo>
                <a:lnTo>
                  <a:pt x="3111017" y="1157439"/>
                </a:lnTo>
                <a:lnTo>
                  <a:pt x="3117011" y="1187107"/>
                </a:lnTo>
                <a:lnTo>
                  <a:pt x="3133344" y="1211338"/>
                </a:lnTo>
                <a:lnTo>
                  <a:pt x="3157563" y="1227670"/>
                </a:lnTo>
                <a:lnTo>
                  <a:pt x="3187242" y="1233639"/>
                </a:lnTo>
                <a:lnTo>
                  <a:pt x="3216910" y="1227670"/>
                </a:lnTo>
                <a:lnTo>
                  <a:pt x="3241129" y="1211338"/>
                </a:lnTo>
                <a:lnTo>
                  <a:pt x="3257461" y="1187107"/>
                </a:lnTo>
                <a:lnTo>
                  <a:pt x="3263455" y="1157439"/>
                </a:lnTo>
                <a:lnTo>
                  <a:pt x="3261664" y="1140980"/>
                </a:lnTo>
                <a:lnTo>
                  <a:pt x="3256546" y="1125778"/>
                </a:lnTo>
                <a:lnTo>
                  <a:pt x="3248495" y="1112189"/>
                </a:lnTo>
                <a:lnTo>
                  <a:pt x="3237890" y="1100607"/>
                </a:lnTo>
                <a:lnTo>
                  <a:pt x="3262934" y="1036193"/>
                </a:lnTo>
                <a:lnTo>
                  <a:pt x="3765143" y="1036193"/>
                </a:lnTo>
                <a:lnTo>
                  <a:pt x="3783190" y="1098207"/>
                </a:lnTo>
                <a:lnTo>
                  <a:pt x="3771493" y="1109992"/>
                </a:lnTo>
                <a:lnTo>
                  <a:pt x="3762578" y="1124089"/>
                </a:lnTo>
                <a:lnTo>
                  <a:pt x="3756888" y="1140053"/>
                </a:lnTo>
                <a:lnTo>
                  <a:pt x="3756787" y="1140980"/>
                </a:lnTo>
                <a:lnTo>
                  <a:pt x="3754894" y="1157439"/>
                </a:lnTo>
                <a:lnTo>
                  <a:pt x="3760889" y="1187107"/>
                </a:lnTo>
                <a:lnTo>
                  <a:pt x="3777221" y="1211338"/>
                </a:lnTo>
                <a:lnTo>
                  <a:pt x="3801453" y="1227670"/>
                </a:lnTo>
                <a:lnTo>
                  <a:pt x="3831120" y="1233639"/>
                </a:lnTo>
                <a:lnTo>
                  <a:pt x="3860787" y="1227670"/>
                </a:lnTo>
                <a:lnTo>
                  <a:pt x="3885006" y="1211338"/>
                </a:lnTo>
                <a:lnTo>
                  <a:pt x="3901351" y="1187107"/>
                </a:lnTo>
                <a:lnTo>
                  <a:pt x="3907332" y="1157439"/>
                </a:lnTo>
                <a:lnTo>
                  <a:pt x="3905542" y="1140980"/>
                </a:lnTo>
                <a:lnTo>
                  <a:pt x="3900424" y="1125778"/>
                </a:lnTo>
                <a:lnTo>
                  <a:pt x="3892372" y="1112189"/>
                </a:lnTo>
                <a:lnTo>
                  <a:pt x="3881780" y="1100607"/>
                </a:lnTo>
                <a:lnTo>
                  <a:pt x="3906812" y="1036193"/>
                </a:lnTo>
                <a:lnTo>
                  <a:pt x="3983101" y="1036193"/>
                </a:lnTo>
                <a:lnTo>
                  <a:pt x="3983101" y="996403"/>
                </a:lnTo>
                <a:lnTo>
                  <a:pt x="3066580" y="996403"/>
                </a:lnTo>
                <a:lnTo>
                  <a:pt x="3064738" y="993825"/>
                </a:lnTo>
                <a:lnTo>
                  <a:pt x="3063240" y="990739"/>
                </a:lnTo>
                <a:lnTo>
                  <a:pt x="3062363" y="987691"/>
                </a:lnTo>
                <a:lnTo>
                  <a:pt x="3164827" y="857923"/>
                </a:lnTo>
                <a:lnTo>
                  <a:pt x="4039959" y="751090"/>
                </a:lnTo>
                <a:lnTo>
                  <a:pt x="4037558" y="731367"/>
                </a:lnTo>
                <a:lnTo>
                  <a:pt x="4075633" y="384784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22402" y="8769106"/>
            <a:ext cx="2743200" cy="9512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3100" b="1" spc="-10" dirty="0">
                <a:solidFill>
                  <a:srgbClr val="004D25"/>
                </a:solidFill>
                <a:latin typeface="Tahoma"/>
                <a:cs typeface="Tahoma"/>
              </a:rPr>
              <a:t>Bootstrapped</a:t>
            </a:r>
            <a:endParaRPr sz="3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2500" b="1" spc="-10" dirty="0">
                <a:latin typeface="Tahoma"/>
                <a:cs typeface="Tahoma"/>
              </a:rPr>
              <a:t>50,000/-</a:t>
            </a:r>
            <a:r>
              <a:rPr sz="2500" b="1" spc="-175" dirty="0">
                <a:latin typeface="Tahoma"/>
                <a:cs typeface="Tahoma"/>
              </a:rPr>
              <a:t> </a:t>
            </a:r>
            <a:r>
              <a:rPr sz="2500" b="1" spc="-25" dirty="0">
                <a:latin typeface="Tahoma"/>
                <a:cs typeface="Tahoma"/>
              </a:rPr>
              <a:t>INR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05403" y="8810985"/>
            <a:ext cx="2421890" cy="12941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370"/>
              </a:spcBef>
            </a:pPr>
            <a:r>
              <a:rPr sz="3100" b="1" dirty="0">
                <a:solidFill>
                  <a:srgbClr val="004D25"/>
                </a:solidFill>
                <a:latin typeface="Tahoma"/>
                <a:cs typeface="Tahoma"/>
              </a:rPr>
              <a:t>The</a:t>
            </a:r>
            <a:r>
              <a:rPr sz="3100" b="1" spc="-10" dirty="0">
                <a:solidFill>
                  <a:srgbClr val="004D25"/>
                </a:solidFill>
                <a:latin typeface="Tahoma"/>
                <a:cs typeface="Tahoma"/>
              </a:rPr>
              <a:t> </a:t>
            </a:r>
            <a:r>
              <a:rPr sz="3100" b="1" spc="-20" dirty="0">
                <a:solidFill>
                  <a:srgbClr val="004D25"/>
                </a:solidFill>
                <a:latin typeface="Tahoma"/>
                <a:cs typeface="Tahoma"/>
              </a:rPr>
              <a:t>Razor</a:t>
            </a:r>
            <a:endParaRPr sz="3100">
              <a:latin typeface="Tahoma"/>
              <a:cs typeface="Tahoma"/>
            </a:endParaRPr>
          </a:p>
          <a:p>
            <a:pPr marL="12065" marR="5080" algn="ctr">
              <a:lnSpc>
                <a:spcPts val="3000"/>
              </a:lnSpc>
              <a:spcBef>
                <a:spcPts val="95"/>
              </a:spcBef>
            </a:pPr>
            <a:r>
              <a:rPr sz="2300" b="1" spc="-85" dirty="0">
                <a:latin typeface="Tahoma"/>
                <a:cs typeface="Tahoma"/>
              </a:rPr>
              <a:t>Tank </a:t>
            </a:r>
            <a:r>
              <a:rPr sz="2300" b="1" dirty="0">
                <a:latin typeface="Tahoma"/>
                <a:cs typeface="Tahoma"/>
              </a:rPr>
              <a:t>and</a:t>
            </a:r>
            <a:r>
              <a:rPr sz="2300" b="1" spc="-80" dirty="0">
                <a:latin typeface="Tahoma"/>
                <a:cs typeface="Tahoma"/>
              </a:rPr>
              <a:t> </a:t>
            </a:r>
            <a:r>
              <a:rPr sz="2300" b="1" spc="40" dirty="0">
                <a:latin typeface="Tahoma"/>
                <a:cs typeface="Tahoma"/>
              </a:rPr>
              <a:t>sensor </a:t>
            </a:r>
            <a:r>
              <a:rPr sz="2300" b="1" spc="-10" dirty="0">
                <a:latin typeface="Tahoma"/>
                <a:cs typeface="Tahoma"/>
              </a:rPr>
              <a:t>Installation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21945" y="8855712"/>
            <a:ext cx="2077085" cy="12465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315"/>
              </a:spcBef>
            </a:pPr>
            <a:r>
              <a:rPr sz="3100" b="1" dirty="0">
                <a:solidFill>
                  <a:srgbClr val="004D25"/>
                </a:solidFill>
                <a:latin typeface="Tahoma"/>
                <a:cs typeface="Tahoma"/>
              </a:rPr>
              <a:t>The</a:t>
            </a:r>
            <a:r>
              <a:rPr sz="3100" b="1" spc="-10" dirty="0">
                <a:solidFill>
                  <a:srgbClr val="004D25"/>
                </a:solidFill>
                <a:latin typeface="Tahoma"/>
                <a:cs typeface="Tahoma"/>
              </a:rPr>
              <a:t> </a:t>
            </a:r>
            <a:r>
              <a:rPr sz="3100" b="1" spc="-20" dirty="0">
                <a:solidFill>
                  <a:srgbClr val="004D25"/>
                </a:solidFill>
                <a:latin typeface="Tahoma"/>
                <a:cs typeface="Tahoma"/>
              </a:rPr>
              <a:t>Blade</a:t>
            </a:r>
            <a:endParaRPr sz="3100">
              <a:latin typeface="Tahoma"/>
              <a:cs typeface="Tahoma"/>
            </a:endParaRPr>
          </a:p>
          <a:p>
            <a:pPr marL="143510" marR="5080" indent="-131445">
              <a:lnSpc>
                <a:spcPts val="2850"/>
              </a:lnSpc>
              <a:spcBef>
                <a:spcPts val="75"/>
              </a:spcBef>
            </a:pPr>
            <a:r>
              <a:rPr sz="2200" b="1" dirty="0">
                <a:latin typeface="Tahoma"/>
                <a:cs typeface="Tahoma"/>
              </a:rPr>
              <a:t>Algae</a:t>
            </a:r>
            <a:r>
              <a:rPr sz="2200" b="1" spc="25" dirty="0">
                <a:latin typeface="Tahoma"/>
                <a:cs typeface="Tahoma"/>
              </a:rPr>
              <a:t> </a:t>
            </a:r>
            <a:r>
              <a:rPr sz="2200" b="1" dirty="0">
                <a:latin typeface="Tahoma"/>
                <a:cs typeface="Tahoma"/>
              </a:rPr>
              <a:t>and</a:t>
            </a:r>
            <a:r>
              <a:rPr sz="2200" b="1" spc="25" dirty="0">
                <a:latin typeface="Tahoma"/>
                <a:cs typeface="Tahoma"/>
              </a:rPr>
              <a:t> App </a:t>
            </a:r>
            <a:r>
              <a:rPr sz="2200" b="1" spc="-10" dirty="0">
                <a:latin typeface="Tahoma"/>
                <a:cs typeface="Tahoma"/>
              </a:rPr>
              <a:t>Subscription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38413" y="8846969"/>
            <a:ext cx="2101850" cy="1317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7800"/>
              </a:lnSpc>
              <a:spcBef>
                <a:spcPts val="95"/>
              </a:spcBef>
            </a:pPr>
            <a:r>
              <a:rPr sz="2900" b="1" spc="-55" dirty="0">
                <a:solidFill>
                  <a:srgbClr val="004D25"/>
                </a:solidFill>
                <a:latin typeface="Tahoma"/>
                <a:cs typeface="Tahoma"/>
              </a:rPr>
              <a:t>Intellectual </a:t>
            </a:r>
            <a:r>
              <a:rPr sz="2900" b="1" spc="-10" dirty="0">
                <a:solidFill>
                  <a:srgbClr val="004D25"/>
                </a:solidFill>
                <a:latin typeface="Tahoma"/>
                <a:cs typeface="Tahoma"/>
              </a:rPr>
              <a:t>Property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2000" b="1" dirty="0">
                <a:latin typeface="Tahoma"/>
                <a:cs typeface="Tahoma"/>
              </a:rPr>
              <a:t>Algae</a:t>
            </a:r>
            <a:r>
              <a:rPr sz="2000" b="1" spc="11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culture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80958" y="0"/>
            <a:ext cx="19050000" cy="10287000"/>
            <a:chOff x="-380958" y="0"/>
            <a:chExt cx="19050000" cy="10287000"/>
          </a:xfrm>
        </p:grpSpPr>
        <p:sp>
          <p:nvSpPr>
            <p:cNvPr id="3" name="object 3"/>
            <p:cNvSpPr/>
            <p:nvPr/>
          </p:nvSpPr>
          <p:spPr>
            <a:xfrm>
              <a:off x="-380949" y="11"/>
              <a:ext cx="19050000" cy="10240645"/>
            </a:xfrm>
            <a:custGeom>
              <a:avLst/>
              <a:gdLst/>
              <a:ahLst/>
              <a:cxnLst/>
              <a:rect l="l" t="t" r="r" b="b"/>
              <a:pathLst>
                <a:path w="19050000" h="10240645">
                  <a:moveTo>
                    <a:pt x="761987" y="0"/>
                  </a:moveTo>
                  <a:lnTo>
                    <a:pt x="0" y="0"/>
                  </a:lnTo>
                  <a:lnTo>
                    <a:pt x="0" y="10240048"/>
                  </a:lnTo>
                  <a:lnTo>
                    <a:pt x="761987" y="10240048"/>
                  </a:lnTo>
                  <a:lnTo>
                    <a:pt x="761987" y="0"/>
                  </a:lnTo>
                  <a:close/>
                </a:path>
                <a:path w="19050000" h="10240645">
                  <a:moveTo>
                    <a:pt x="19049899" y="0"/>
                  </a:moveTo>
                  <a:lnTo>
                    <a:pt x="18287899" y="0"/>
                  </a:lnTo>
                  <a:lnTo>
                    <a:pt x="18287899" y="10240048"/>
                  </a:lnTo>
                  <a:lnTo>
                    <a:pt x="19049899" y="10240048"/>
                  </a:lnTo>
                  <a:lnTo>
                    <a:pt x="19049899" y="0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87170" y="8973967"/>
              <a:ext cx="7342505" cy="0"/>
            </a:xfrm>
            <a:custGeom>
              <a:avLst/>
              <a:gdLst/>
              <a:ahLst/>
              <a:cxnLst/>
              <a:rect l="l" t="t" r="r" b="b"/>
              <a:pathLst>
                <a:path w="7342505">
                  <a:moveTo>
                    <a:pt x="0" y="0"/>
                  </a:moveTo>
                  <a:lnTo>
                    <a:pt x="7341931" y="0"/>
                  </a:lnTo>
                </a:path>
              </a:pathLst>
            </a:custGeom>
            <a:ln w="9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87170" y="7912714"/>
              <a:ext cx="7342505" cy="0"/>
            </a:xfrm>
            <a:custGeom>
              <a:avLst/>
              <a:gdLst/>
              <a:ahLst/>
              <a:cxnLst/>
              <a:rect l="l" t="t" r="r" b="b"/>
              <a:pathLst>
                <a:path w="7342505">
                  <a:moveTo>
                    <a:pt x="0" y="0"/>
                  </a:moveTo>
                  <a:lnTo>
                    <a:pt x="7341931" y="0"/>
                  </a:lnTo>
                </a:path>
              </a:pathLst>
            </a:custGeom>
            <a:ln w="9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87170" y="1545195"/>
              <a:ext cx="7342505" cy="5306695"/>
            </a:xfrm>
            <a:custGeom>
              <a:avLst/>
              <a:gdLst/>
              <a:ahLst/>
              <a:cxnLst/>
              <a:rect l="l" t="t" r="r" b="b"/>
              <a:pathLst>
                <a:path w="7342505" h="5306695">
                  <a:moveTo>
                    <a:pt x="0" y="5306266"/>
                  </a:moveTo>
                  <a:lnTo>
                    <a:pt x="7341931" y="5306266"/>
                  </a:lnTo>
                </a:path>
                <a:path w="7342505" h="5306695">
                  <a:moveTo>
                    <a:pt x="0" y="4245012"/>
                  </a:moveTo>
                  <a:lnTo>
                    <a:pt x="7341931" y="4245012"/>
                  </a:lnTo>
                </a:path>
                <a:path w="7342505" h="5306695">
                  <a:moveTo>
                    <a:pt x="0" y="3183759"/>
                  </a:moveTo>
                  <a:lnTo>
                    <a:pt x="7341931" y="3183759"/>
                  </a:lnTo>
                </a:path>
                <a:path w="7342505" h="5306695">
                  <a:moveTo>
                    <a:pt x="0" y="2122506"/>
                  </a:moveTo>
                  <a:lnTo>
                    <a:pt x="7341931" y="2122506"/>
                  </a:lnTo>
                </a:path>
                <a:path w="7342505" h="5306695">
                  <a:moveTo>
                    <a:pt x="0" y="1061253"/>
                  </a:moveTo>
                  <a:lnTo>
                    <a:pt x="7341931" y="1061253"/>
                  </a:lnTo>
                </a:path>
                <a:path w="7342505" h="5306695">
                  <a:moveTo>
                    <a:pt x="0" y="0"/>
                  </a:moveTo>
                  <a:lnTo>
                    <a:pt x="7341931" y="0"/>
                  </a:lnTo>
                </a:path>
              </a:pathLst>
            </a:custGeom>
            <a:ln w="9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221156" y="9033781"/>
            <a:ext cx="111442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latin typeface="Arial MT"/>
                <a:cs typeface="Arial MT"/>
              </a:rPr>
              <a:t>-</a:t>
            </a:r>
            <a:r>
              <a:rPr sz="2250" spc="-10" dirty="0">
                <a:latin typeface="Arial MT"/>
                <a:cs typeface="Arial MT"/>
              </a:rPr>
              <a:t>200000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53967" y="9033781"/>
            <a:ext cx="558038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503045" algn="l"/>
                <a:tab pos="2910840" algn="l"/>
                <a:tab pos="4406265" algn="l"/>
              </a:tabLst>
            </a:pPr>
            <a:r>
              <a:rPr sz="2250" spc="40" dirty="0">
                <a:latin typeface="Arial MT"/>
                <a:cs typeface="Arial MT"/>
              </a:rPr>
              <a:t>150000</a:t>
            </a:r>
            <a:r>
              <a:rPr sz="2250" dirty="0">
                <a:latin typeface="Arial MT"/>
                <a:cs typeface="Arial MT"/>
              </a:rPr>
              <a:t>	</a:t>
            </a:r>
            <a:r>
              <a:rPr sz="2250" spc="40" dirty="0">
                <a:latin typeface="Arial MT"/>
                <a:cs typeface="Arial MT"/>
              </a:rPr>
              <a:t>500000</a:t>
            </a:r>
            <a:r>
              <a:rPr sz="2250" dirty="0">
                <a:latin typeface="Arial MT"/>
                <a:cs typeface="Arial MT"/>
              </a:rPr>
              <a:t>	</a:t>
            </a:r>
            <a:r>
              <a:rPr sz="2250" spc="40" dirty="0">
                <a:latin typeface="Arial MT"/>
                <a:cs typeface="Arial MT"/>
              </a:rPr>
              <a:t>1000000</a:t>
            </a:r>
            <a:r>
              <a:rPr sz="2250" dirty="0">
                <a:latin typeface="Arial MT"/>
                <a:cs typeface="Arial MT"/>
              </a:rPr>
              <a:t>	</a:t>
            </a:r>
            <a:r>
              <a:rPr sz="2250" spc="40" dirty="0">
                <a:latin typeface="Arial MT"/>
                <a:cs typeface="Arial MT"/>
              </a:rPr>
              <a:t>2500000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11606" y="8779985"/>
            <a:ext cx="128016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latin typeface="Arial MT"/>
                <a:cs typeface="Arial MT"/>
              </a:rPr>
              <a:t>-</a:t>
            </a:r>
            <a:r>
              <a:rPr sz="2250" spc="-10" dirty="0">
                <a:latin typeface="Arial MT"/>
                <a:cs typeface="Arial MT"/>
              </a:rPr>
              <a:t>2000000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00080" y="7718732"/>
            <a:ext cx="19177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latin typeface="Arial MT"/>
                <a:cs typeface="Arial MT"/>
              </a:rPr>
              <a:t>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05010" y="6657479"/>
            <a:ext cx="118681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40" dirty="0">
                <a:latin typeface="Arial MT"/>
                <a:cs typeface="Arial MT"/>
              </a:rPr>
              <a:t>2000000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05010" y="5596226"/>
            <a:ext cx="118681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40" dirty="0">
                <a:latin typeface="Arial MT"/>
                <a:cs typeface="Arial MT"/>
              </a:rPr>
              <a:t>4000000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05010" y="4534972"/>
            <a:ext cx="118681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40" dirty="0">
                <a:latin typeface="Arial MT"/>
                <a:cs typeface="Arial MT"/>
              </a:rPr>
              <a:t>6000000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05010" y="3473720"/>
            <a:ext cx="118681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40" dirty="0">
                <a:latin typeface="Arial MT"/>
                <a:cs typeface="Arial MT"/>
              </a:rPr>
              <a:t>8000000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39094" y="2412466"/>
            <a:ext cx="135255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40" dirty="0">
                <a:latin typeface="Arial MT"/>
                <a:cs typeface="Arial MT"/>
              </a:rPr>
              <a:t>10000000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39094" y="1351213"/>
            <a:ext cx="135255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40" dirty="0">
                <a:latin typeface="Arial MT"/>
                <a:cs typeface="Arial MT"/>
              </a:rPr>
              <a:t>12000000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21659" y="2341135"/>
            <a:ext cx="15707994" cy="5678170"/>
            <a:chOff x="1721659" y="2341135"/>
            <a:chExt cx="15707994" cy="5678170"/>
          </a:xfrm>
        </p:grpSpPr>
        <p:sp>
          <p:nvSpPr>
            <p:cNvPr id="18" name="object 18"/>
            <p:cNvSpPr/>
            <p:nvPr/>
          </p:nvSpPr>
          <p:spPr>
            <a:xfrm>
              <a:off x="10087170" y="7700464"/>
              <a:ext cx="444500" cy="212725"/>
            </a:xfrm>
            <a:custGeom>
              <a:avLst/>
              <a:gdLst/>
              <a:ahLst/>
              <a:cxnLst/>
              <a:rect l="l" t="t" r="r" b="b"/>
              <a:pathLst>
                <a:path w="444500" h="212725">
                  <a:moveTo>
                    <a:pt x="444065" y="212251"/>
                  </a:moveTo>
                  <a:lnTo>
                    <a:pt x="0" y="212251"/>
                  </a:lnTo>
                  <a:lnTo>
                    <a:pt x="0" y="30814"/>
                  </a:lnTo>
                  <a:lnTo>
                    <a:pt x="26282" y="901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2"/>
                  </a:lnTo>
                  <a:lnTo>
                    <a:pt x="444065" y="30814"/>
                  </a:lnTo>
                  <a:lnTo>
                    <a:pt x="444065" y="212251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54607" y="7594339"/>
              <a:ext cx="444500" cy="318770"/>
            </a:xfrm>
            <a:custGeom>
              <a:avLst/>
              <a:gdLst/>
              <a:ahLst/>
              <a:cxnLst/>
              <a:rect l="l" t="t" r="r" b="b"/>
              <a:pathLst>
                <a:path w="444500" h="318770">
                  <a:moveTo>
                    <a:pt x="444066" y="318375"/>
                  </a:moveTo>
                  <a:lnTo>
                    <a:pt x="0" y="318375"/>
                  </a:lnTo>
                  <a:lnTo>
                    <a:pt x="0" y="30813"/>
                  </a:lnTo>
                  <a:lnTo>
                    <a:pt x="26282" y="900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1"/>
                  </a:lnTo>
                  <a:lnTo>
                    <a:pt x="444066" y="30813"/>
                  </a:lnTo>
                  <a:lnTo>
                    <a:pt x="444066" y="318375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022045" y="7912715"/>
              <a:ext cx="444500" cy="106680"/>
            </a:xfrm>
            <a:custGeom>
              <a:avLst/>
              <a:gdLst/>
              <a:ahLst/>
              <a:cxnLst/>
              <a:rect l="l" t="t" r="r" b="b"/>
              <a:pathLst>
                <a:path w="444500" h="106679">
                  <a:moveTo>
                    <a:pt x="413251" y="106124"/>
                  </a:moveTo>
                  <a:lnTo>
                    <a:pt x="30814" y="106124"/>
                  </a:lnTo>
                  <a:lnTo>
                    <a:pt x="26282" y="105223"/>
                  </a:lnTo>
                  <a:lnTo>
                    <a:pt x="0" y="75310"/>
                  </a:lnTo>
                  <a:lnTo>
                    <a:pt x="0" y="0"/>
                  </a:lnTo>
                  <a:lnTo>
                    <a:pt x="444065" y="0"/>
                  </a:lnTo>
                  <a:lnTo>
                    <a:pt x="444066" y="75310"/>
                  </a:lnTo>
                  <a:lnTo>
                    <a:pt x="443164" y="79841"/>
                  </a:lnTo>
                  <a:lnTo>
                    <a:pt x="413251" y="106124"/>
                  </a:lnTo>
                  <a:close/>
                </a:path>
              </a:pathLst>
            </a:custGeom>
            <a:solidFill>
              <a:srgbClr val="123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577917" y="7275963"/>
              <a:ext cx="444500" cy="636905"/>
            </a:xfrm>
            <a:custGeom>
              <a:avLst/>
              <a:gdLst/>
              <a:ahLst/>
              <a:cxnLst/>
              <a:rect l="l" t="t" r="r" b="b"/>
              <a:pathLst>
                <a:path w="444500" h="636904">
                  <a:moveTo>
                    <a:pt x="444065" y="636751"/>
                  </a:moveTo>
                  <a:lnTo>
                    <a:pt x="0" y="636751"/>
                  </a:lnTo>
                  <a:lnTo>
                    <a:pt x="0" y="30813"/>
                  </a:lnTo>
                  <a:lnTo>
                    <a:pt x="26282" y="901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1"/>
                  </a:lnTo>
                  <a:lnTo>
                    <a:pt x="444065" y="30813"/>
                  </a:lnTo>
                  <a:lnTo>
                    <a:pt x="444065" y="636751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045355" y="7355557"/>
              <a:ext cx="444500" cy="557530"/>
            </a:xfrm>
            <a:custGeom>
              <a:avLst/>
              <a:gdLst/>
              <a:ahLst/>
              <a:cxnLst/>
              <a:rect l="l" t="t" r="r" b="b"/>
              <a:pathLst>
                <a:path w="444500" h="557529">
                  <a:moveTo>
                    <a:pt x="444065" y="557157"/>
                  </a:moveTo>
                  <a:lnTo>
                    <a:pt x="0" y="557157"/>
                  </a:lnTo>
                  <a:lnTo>
                    <a:pt x="0" y="30813"/>
                  </a:lnTo>
                  <a:lnTo>
                    <a:pt x="26282" y="900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1"/>
                  </a:lnTo>
                  <a:lnTo>
                    <a:pt x="444065" y="30813"/>
                  </a:lnTo>
                  <a:lnTo>
                    <a:pt x="444065" y="557157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512792" y="7833120"/>
              <a:ext cx="444500" cy="80010"/>
            </a:xfrm>
            <a:custGeom>
              <a:avLst/>
              <a:gdLst/>
              <a:ahLst/>
              <a:cxnLst/>
              <a:rect l="l" t="t" r="r" b="b"/>
              <a:pathLst>
                <a:path w="444500" h="80009">
                  <a:moveTo>
                    <a:pt x="444066" y="79594"/>
                  </a:moveTo>
                  <a:lnTo>
                    <a:pt x="0" y="79594"/>
                  </a:lnTo>
                  <a:lnTo>
                    <a:pt x="0" y="30814"/>
                  </a:lnTo>
                  <a:lnTo>
                    <a:pt x="26282" y="901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2"/>
                  </a:lnTo>
                  <a:lnTo>
                    <a:pt x="444066" y="79594"/>
                  </a:lnTo>
                  <a:close/>
                </a:path>
              </a:pathLst>
            </a:custGeom>
            <a:solidFill>
              <a:srgbClr val="123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068665" y="6320835"/>
              <a:ext cx="444500" cy="1591945"/>
            </a:xfrm>
            <a:custGeom>
              <a:avLst/>
              <a:gdLst/>
              <a:ahLst/>
              <a:cxnLst/>
              <a:rect l="l" t="t" r="r" b="b"/>
              <a:pathLst>
                <a:path w="444500" h="1591945">
                  <a:moveTo>
                    <a:pt x="444066" y="1591879"/>
                  </a:moveTo>
                  <a:lnTo>
                    <a:pt x="0" y="1591879"/>
                  </a:lnTo>
                  <a:lnTo>
                    <a:pt x="0" y="30813"/>
                  </a:lnTo>
                  <a:lnTo>
                    <a:pt x="26282" y="900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3" y="26281"/>
                  </a:lnTo>
                  <a:lnTo>
                    <a:pt x="444066" y="30813"/>
                  </a:lnTo>
                  <a:lnTo>
                    <a:pt x="444066" y="1591879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536103" y="6586148"/>
              <a:ext cx="444500" cy="1327150"/>
            </a:xfrm>
            <a:custGeom>
              <a:avLst/>
              <a:gdLst/>
              <a:ahLst/>
              <a:cxnLst/>
              <a:rect l="l" t="t" r="r" b="b"/>
              <a:pathLst>
                <a:path w="444500" h="1327150">
                  <a:moveTo>
                    <a:pt x="444066" y="1326566"/>
                  </a:moveTo>
                  <a:lnTo>
                    <a:pt x="0" y="1326566"/>
                  </a:lnTo>
                  <a:lnTo>
                    <a:pt x="0" y="30814"/>
                  </a:lnTo>
                  <a:lnTo>
                    <a:pt x="26282" y="901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2"/>
                  </a:lnTo>
                  <a:lnTo>
                    <a:pt x="444066" y="30814"/>
                  </a:lnTo>
                  <a:lnTo>
                    <a:pt x="444066" y="1326566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003540" y="7647402"/>
              <a:ext cx="444500" cy="265430"/>
            </a:xfrm>
            <a:custGeom>
              <a:avLst/>
              <a:gdLst/>
              <a:ahLst/>
              <a:cxnLst/>
              <a:rect l="l" t="t" r="r" b="b"/>
              <a:pathLst>
                <a:path w="444500" h="265429">
                  <a:moveTo>
                    <a:pt x="444065" y="265312"/>
                  </a:moveTo>
                  <a:lnTo>
                    <a:pt x="0" y="265312"/>
                  </a:lnTo>
                  <a:lnTo>
                    <a:pt x="0" y="30813"/>
                  </a:lnTo>
                  <a:lnTo>
                    <a:pt x="26282" y="900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3" y="26281"/>
                  </a:lnTo>
                  <a:lnTo>
                    <a:pt x="444065" y="30813"/>
                  </a:lnTo>
                  <a:lnTo>
                    <a:pt x="444065" y="265312"/>
                  </a:lnTo>
                  <a:close/>
                </a:path>
              </a:pathLst>
            </a:custGeom>
            <a:solidFill>
              <a:srgbClr val="123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559412" y="4994268"/>
              <a:ext cx="444500" cy="2918460"/>
            </a:xfrm>
            <a:custGeom>
              <a:avLst/>
              <a:gdLst/>
              <a:ahLst/>
              <a:cxnLst/>
              <a:rect l="l" t="t" r="r" b="b"/>
              <a:pathLst>
                <a:path w="444500" h="2918459">
                  <a:moveTo>
                    <a:pt x="444065" y="2918446"/>
                  </a:moveTo>
                  <a:lnTo>
                    <a:pt x="0" y="2918446"/>
                  </a:lnTo>
                  <a:lnTo>
                    <a:pt x="0" y="30814"/>
                  </a:lnTo>
                  <a:lnTo>
                    <a:pt x="26282" y="901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2"/>
                  </a:lnTo>
                  <a:lnTo>
                    <a:pt x="444065" y="2918446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26850" y="5524895"/>
              <a:ext cx="444500" cy="2388235"/>
            </a:xfrm>
            <a:custGeom>
              <a:avLst/>
              <a:gdLst/>
              <a:ahLst/>
              <a:cxnLst/>
              <a:rect l="l" t="t" r="r" b="b"/>
              <a:pathLst>
                <a:path w="444500" h="2388234">
                  <a:moveTo>
                    <a:pt x="444065" y="2387819"/>
                  </a:moveTo>
                  <a:lnTo>
                    <a:pt x="0" y="2387819"/>
                  </a:lnTo>
                  <a:lnTo>
                    <a:pt x="0" y="30813"/>
                  </a:lnTo>
                  <a:lnTo>
                    <a:pt x="26281" y="901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2"/>
                  </a:lnTo>
                  <a:lnTo>
                    <a:pt x="444065" y="2387819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494288" y="7382088"/>
              <a:ext cx="444500" cy="530860"/>
            </a:xfrm>
            <a:custGeom>
              <a:avLst/>
              <a:gdLst/>
              <a:ahLst/>
              <a:cxnLst/>
              <a:rect l="l" t="t" r="r" b="b"/>
              <a:pathLst>
                <a:path w="444500" h="530859">
                  <a:moveTo>
                    <a:pt x="444066" y="530626"/>
                  </a:moveTo>
                  <a:lnTo>
                    <a:pt x="0" y="530626"/>
                  </a:lnTo>
                  <a:lnTo>
                    <a:pt x="0" y="30813"/>
                  </a:lnTo>
                  <a:lnTo>
                    <a:pt x="26282" y="900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1"/>
                  </a:lnTo>
                  <a:lnTo>
                    <a:pt x="444066" y="30813"/>
                  </a:lnTo>
                  <a:lnTo>
                    <a:pt x="444066" y="530626"/>
                  </a:lnTo>
                  <a:close/>
                </a:path>
              </a:pathLst>
            </a:custGeom>
            <a:solidFill>
              <a:srgbClr val="123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050161" y="2341135"/>
              <a:ext cx="444500" cy="5572125"/>
            </a:xfrm>
            <a:custGeom>
              <a:avLst/>
              <a:gdLst/>
              <a:ahLst/>
              <a:cxnLst/>
              <a:rect l="l" t="t" r="r" b="b"/>
              <a:pathLst>
                <a:path w="444500" h="5572125">
                  <a:moveTo>
                    <a:pt x="444066" y="5571579"/>
                  </a:moveTo>
                  <a:lnTo>
                    <a:pt x="0" y="5571579"/>
                  </a:lnTo>
                  <a:lnTo>
                    <a:pt x="0" y="30814"/>
                  </a:lnTo>
                  <a:lnTo>
                    <a:pt x="26281" y="901"/>
                  </a:lnTo>
                  <a:lnTo>
                    <a:pt x="30813" y="0"/>
                  </a:lnTo>
                  <a:lnTo>
                    <a:pt x="413250" y="0"/>
                  </a:lnTo>
                  <a:lnTo>
                    <a:pt x="443164" y="26282"/>
                  </a:lnTo>
                  <a:lnTo>
                    <a:pt x="444066" y="30814"/>
                  </a:lnTo>
                  <a:lnTo>
                    <a:pt x="444066" y="5571579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517597" y="3667702"/>
              <a:ext cx="444500" cy="4245610"/>
            </a:xfrm>
            <a:custGeom>
              <a:avLst/>
              <a:gdLst/>
              <a:ahLst/>
              <a:cxnLst/>
              <a:rect l="l" t="t" r="r" b="b"/>
              <a:pathLst>
                <a:path w="444500" h="4245609">
                  <a:moveTo>
                    <a:pt x="444065" y="4245012"/>
                  </a:moveTo>
                  <a:lnTo>
                    <a:pt x="0" y="4245012"/>
                  </a:lnTo>
                  <a:lnTo>
                    <a:pt x="0" y="30813"/>
                  </a:lnTo>
                  <a:lnTo>
                    <a:pt x="26282" y="901"/>
                  </a:lnTo>
                  <a:lnTo>
                    <a:pt x="30814" y="0"/>
                  </a:lnTo>
                  <a:lnTo>
                    <a:pt x="413251" y="0"/>
                  </a:lnTo>
                  <a:lnTo>
                    <a:pt x="443164" y="26282"/>
                  </a:lnTo>
                  <a:lnTo>
                    <a:pt x="444065" y="30813"/>
                  </a:lnTo>
                  <a:lnTo>
                    <a:pt x="444065" y="4245012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985036" y="6586148"/>
              <a:ext cx="444500" cy="1327150"/>
            </a:xfrm>
            <a:custGeom>
              <a:avLst/>
              <a:gdLst/>
              <a:ahLst/>
              <a:cxnLst/>
              <a:rect l="l" t="t" r="r" b="b"/>
              <a:pathLst>
                <a:path w="444500" h="1327150">
                  <a:moveTo>
                    <a:pt x="444066" y="1326566"/>
                  </a:moveTo>
                  <a:lnTo>
                    <a:pt x="0" y="1326566"/>
                  </a:lnTo>
                  <a:lnTo>
                    <a:pt x="0" y="30814"/>
                  </a:lnTo>
                  <a:lnTo>
                    <a:pt x="26281" y="901"/>
                  </a:lnTo>
                  <a:lnTo>
                    <a:pt x="30813" y="0"/>
                  </a:lnTo>
                  <a:lnTo>
                    <a:pt x="413251" y="0"/>
                  </a:lnTo>
                  <a:lnTo>
                    <a:pt x="443164" y="26282"/>
                  </a:lnTo>
                  <a:lnTo>
                    <a:pt x="444066" y="30814"/>
                  </a:lnTo>
                  <a:lnTo>
                    <a:pt x="444066" y="1326566"/>
                  </a:lnTo>
                  <a:close/>
                </a:path>
              </a:pathLst>
            </a:custGeom>
            <a:solidFill>
              <a:srgbClr val="123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1659" y="3484417"/>
              <a:ext cx="163829" cy="16382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4591" y="3484417"/>
              <a:ext cx="163829" cy="16382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7511" y="3484417"/>
              <a:ext cx="163829" cy="16382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1064" y="3895778"/>
              <a:ext cx="163829" cy="163829"/>
            </a:xfrm>
            <a:prstGeom prst="rect">
              <a:avLst/>
            </a:prstGeom>
          </p:spPr>
        </p:pic>
      </p:grp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xfrm>
            <a:off x="1070366" y="1408441"/>
            <a:ext cx="5480050" cy="44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spc="-40" dirty="0">
                <a:solidFill>
                  <a:srgbClr val="0F6761"/>
                </a:solidFill>
              </a:rPr>
              <a:t>Revenue</a:t>
            </a:r>
            <a:r>
              <a:rPr sz="2700" spc="-155" dirty="0">
                <a:solidFill>
                  <a:srgbClr val="0F6761"/>
                </a:solidFill>
              </a:rPr>
              <a:t> </a:t>
            </a:r>
            <a:r>
              <a:rPr sz="2700" spc="-105" dirty="0">
                <a:solidFill>
                  <a:srgbClr val="0F6761"/>
                </a:solidFill>
              </a:rPr>
              <a:t>Growth:</a:t>
            </a:r>
            <a:r>
              <a:rPr sz="2700" spc="-150" dirty="0">
                <a:solidFill>
                  <a:srgbClr val="0F6761"/>
                </a:solidFill>
              </a:rPr>
              <a:t> </a:t>
            </a:r>
            <a:r>
              <a:rPr sz="2700" spc="-375" dirty="0">
                <a:solidFill>
                  <a:srgbClr val="000000"/>
                </a:solidFill>
              </a:rPr>
              <a:t>20%</a:t>
            </a:r>
            <a:r>
              <a:rPr sz="2700" spc="-150" dirty="0">
                <a:solidFill>
                  <a:srgbClr val="000000"/>
                </a:solidFill>
              </a:rPr>
              <a:t> </a:t>
            </a:r>
            <a:r>
              <a:rPr sz="2700" spc="-180" dirty="0">
                <a:solidFill>
                  <a:srgbClr val="000000"/>
                </a:solidFill>
              </a:rPr>
              <a:t>-</a:t>
            </a:r>
            <a:r>
              <a:rPr sz="2700" spc="-150" dirty="0">
                <a:solidFill>
                  <a:srgbClr val="000000"/>
                </a:solidFill>
              </a:rPr>
              <a:t> </a:t>
            </a:r>
            <a:r>
              <a:rPr sz="2700" spc="-365" dirty="0">
                <a:solidFill>
                  <a:srgbClr val="000000"/>
                </a:solidFill>
              </a:rPr>
              <a:t>30%</a:t>
            </a:r>
            <a:r>
              <a:rPr sz="2700" spc="-155" dirty="0">
                <a:solidFill>
                  <a:srgbClr val="000000"/>
                </a:solidFill>
              </a:rPr>
              <a:t> </a:t>
            </a:r>
            <a:r>
              <a:rPr sz="2700" spc="30" dirty="0">
                <a:solidFill>
                  <a:srgbClr val="000000"/>
                </a:solidFill>
              </a:rPr>
              <a:t>YoY</a:t>
            </a:r>
            <a:endParaRPr sz="2700"/>
          </a:p>
        </p:txBody>
      </p:sp>
      <p:sp>
        <p:nvSpPr>
          <p:cNvPr id="38" name="object 38"/>
          <p:cNvSpPr txBox="1"/>
          <p:nvPr/>
        </p:nvSpPr>
        <p:spPr>
          <a:xfrm>
            <a:off x="1070366" y="7584704"/>
            <a:ext cx="179260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20" dirty="0">
                <a:solidFill>
                  <a:srgbClr val="231F20"/>
                </a:solidFill>
                <a:latin typeface="Tahoma"/>
                <a:cs typeface="Tahoma"/>
              </a:rPr>
              <a:t>Manufacturing</a:t>
            </a:r>
            <a:r>
              <a:rPr sz="1400" b="1" spc="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spc="30" dirty="0">
                <a:solidFill>
                  <a:srgbClr val="231F20"/>
                </a:solidFill>
                <a:latin typeface="Tahoma"/>
                <a:cs typeface="Tahoma"/>
              </a:rPr>
              <a:t>Cost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70366" y="8028760"/>
            <a:ext cx="4731385" cy="17494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86360" indent="-85725">
              <a:lnSpc>
                <a:spcPct val="100000"/>
              </a:lnSpc>
              <a:spcBef>
                <a:spcPts val="215"/>
              </a:spcBef>
              <a:buSzPct val="75000"/>
              <a:buChar char="•"/>
              <a:tabLst>
                <a:tab pos="86360" algn="l"/>
              </a:tabLst>
            </a:pPr>
            <a:r>
              <a:rPr sz="1400" spc="-35" dirty="0">
                <a:solidFill>
                  <a:srgbClr val="231F20"/>
                </a:solidFill>
                <a:latin typeface="Verdana"/>
                <a:cs typeface="Verdana"/>
              </a:rPr>
              <a:t>Tank</a:t>
            </a:r>
            <a:r>
              <a:rPr sz="1400" spc="-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231F20"/>
                </a:solidFill>
                <a:latin typeface="Verdana"/>
                <a:cs typeface="Verdana"/>
              </a:rPr>
              <a:t>cost:</a:t>
            </a:r>
            <a:r>
              <a:rPr sz="1400" spc="-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60 </a:t>
            </a:r>
            <a:r>
              <a:rPr sz="1400" b="1" spc="-30" dirty="0">
                <a:solidFill>
                  <a:srgbClr val="231F20"/>
                </a:solidFill>
                <a:latin typeface="Tahoma"/>
                <a:cs typeface="Tahoma"/>
              </a:rPr>
              <a:t>Rs/kg(Domestic: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231F20"/>
                </a:solidFill>
                <a:latin typeface="Tahoma"/>
                <a:cs typeface="Tahoma"/>
              </a:rPr>
              <a:t>600,Industrial: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31F20"/>
                </a:solidFill>
                <a:latin typeface="Tahoma"/>
                <a:cs typeface="Tahoma"/>
              </a:rPr>
              <a:t>6000)</a:t>
            </a:r>
            <a:endParaRPr sz="1400">
              <a:latin typeface="Tahoma"/>
              <a:cs typeface="Tahoma"/>
            </a:endParaRPr>
          </a:p>
          <a:p>
            <a:pPr marL="86360" indent="-85725">
              <a:lnSpc>
                <a:spcPct val="100000"/>
              </a:lnSpc>
              <a:spcBef>
                <a:spcPts val="120"/>
              </a:spcBef>
              <a:buSzPct val="75000"/>
              <a:buChar char="•"/>
              <a:tabLst>
                <a:tab pos="86360" algn="l"/>
              </a:tabLst>
            </a:pPr>
            <a:r>
              <a:rPr sz="1400" spc="-50" dirty="0">
                <a:solidFill>
                  <a:srgbClr val="231F20"/>
                </a:solidFill>
                <a:latin typeface="Verdana"/>
                <a:cs typeface="Verdana"/>
              </a:rPr>
              <a:t>Sensors:</a:t>
            </a:r>
            <a:r>
              <a:rPr sz="1400" spc="-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b="1" spc="-20" dirty="0">
                <a:solidFill>
                  <a:srgbClr val="231F20"/>
                </a:solidFill>
                <a:latin typeface="Tahoma"/>
                <a:cs typeface="Tahoma"/>
              </a:rPr>
              <a:t>350Rs</a:t>
            </a:r>
            <a:endParaRPr sz="1400">
              <a:latin typeface="Tahoma"/>
              <a:cs typeface="Tahoma"/>
            </a:endParaRPr>
          </a:p>
          <a:p>
            <a:pPr marL="86360" indent="-85725">
              <a:lnSpc>
                <a:spcPct val="100000"/>
              </a:lnSpc>
              <a:spcBef>
                <a:spcPts val="120"/>
              </a:spcBef>
              <a:buSzPct val="75000"/>
              <a:buChar char="•"/>
              <a:tabLst>
                <a:tab pos="86360" algn="l"/>
              </a:tabLst>
            </a:pPr>
            <a:r>
              <a:rPr sz="1400" spc="-25" dirty="0">
                <a:solidFill>
                  <a:srgbClr val="231F20"/>
                </a:solidFill>
                <a:latin typeface="Verdana"/>
                <a:cs typeface="Verdana"/>
              </a:rPr>
              <a:t>Microcontroller:</a:t>
            </a:r>
            <a:r>
              <a:rPr sz="14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231F20"/>
                </a:solidFill>
                <a:latin typeface="Tahoma"/>
                <a:cs typeface="Tahoma"/>
              </a:rPr>
              <a:t>600Rs</a:t>
            </a:r>
            <a:endParaRPr sz="1400">
              <a:latin typeface="Tahoma"/>
              <a:cs typeface="Tahoma"/>
            </a:endParaRPr>
          </a:p>
          <a:p>
            <a:pPr marL="86360" indent="-85725">
              <a:lnSpc>
                <a:spcPct val="100000"/>
              </a:lnSpc>
              <a:spcBef>
                <a:spcPts val="120"/>
              </a:spcBef>
              <a:buSzPct val="75000"/>
              <a:buChar char="•"/>
              <a:tabLst>
                <a:tab pos="86360" algn="l"/>
              </a:tabLst>
            </a:pPr>
            <a:r>
              <a:rPr sz="1400" dirty="0">
                <a:solidFill>
                  <a:srgbClr val="231F20"/>
                </a:solidFill>
                <a:latin typeface="Verdana"/>
                <a:cs typeface="Verdana"/>
              </a:rPr>
              <a:t>Mesh</a:t>
            </a:r>
            <a:r>
              <a:rPr sz="14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231F20"/>
                </a:solidFill>
                <a:latin typeface="Verdana"/>
                <a:cs typeface="Verdana"/>
              </a:rPr>
              <a:t>Valve:</a:t>
            </a:r>
            <a:r>
              <a:rPr sz="14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b="1" spc="-20" dirty="0">
                <a:solidFill>
                  <a:srgbClr val="231F20"/>
                </a:solidFill>
                <a:latin typeface="Tahoma"/>
                <a:cs typeface="Tahoma"/>
              </a:rPr>
              <a:t>150Rs</a:t>
            </a:r>
            <a:endParaRPr sz="1400">
              <a:latin typeface="Tahoma"/>
              <a:cs typeface="Tahoma"/>
            </a:endParaRPr>
          </a:p>
          <a:p>
            <a:pPr marL="86360" indent="-85725">
              <a:lnSpc>
                <a:spcPct val="100000"/>
              </a:lnSpc>
              <a:spcBef>
                <a:spcPts val="345"/>
              </a:spcBef>
              <a:buSzPct val="75000"/>
              <a:buChar char="•"/>
              <a:tabLst>
                <a:tab pos="86360" algn="l"/>
              </a:tabLst>
            </a:pPr>
            <a:r>
              <a:rPr sz="1400" spc="-70" dirty="0">
                <a:solidFill>
                  <a:srgbClr val="231F20"/>
                </a:solidFill>
                <a:latin typeface="Verdana"/>
                <a:cs typeface="Verdana"/>
              </a:rPr>
              <a:t>Aerator:</a:t>
            </a:r>
            <a:r>
              <a:rPr sz="1400" spc="-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350</a:t>
            </a:r>
            <a:r>
              <a:rPr sz="1400" b="1" spc="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231F20"/>
                </a:solidFill>
                <a:latin typeface="Tahoma"/>
                <a:cs typeface="Tahoma"/>
              </a:rPr>
              <a:t>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dirty="0">
                <a:solidFill>
                  <a:srgbClr val="231F20"/>
                </a:solidFill>
                <a:latin typeface="Verdana"/>
                <a:cs typeface="Verdana"/>
              </a:rPr>
              <a:t>Algae</a:t>
            </a:r>
            <a:r>
              <a:rPr sz="1400" spc="-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231F20"/>
                </a:solidFill>
                <a:latin typeface="Verdana"/>
                <a:cs typeface="Verdana"/>
              </a:rPr>
              <a:t>cost:</a:t>
            </a:r>
            <a:r>
              <a:rPr sz="1400" spc="-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400</a:t>
            </a:r>
            <a:r>
              <a:rPr sz="1400" b="1" spc="-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Rs/kg</a:t>
            </a:r>
            <a:r>
              <a:rPr sz="1400" b="1" spc="2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spc="-120" dirty="0">
                <a:solidFill>
                  <a:srgbClr val="231F20"/>
                </a:solidFill>
                <a:latin typeface="Tahoma"/>
                <a:cs typeface="Tahoma"/>
              </a:rPr>
              <a:t>(1kg</a:t>
            </a:r>
            <a:r>
              <a:rPr sz="1400" b="1" spc="-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can</a:t>
            </a:r>
            <a:r>
              <a:rPr sz="1400" b="1" spc="-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31F20"/>
                </a:solidFill>
                <a:latin typeface="Tahoma"/>
                <a:cs typeface="Tahoma"/>
              </a:rPr>
              <a:t>filter</a:t>
            </a:r>
            <a:r>
              <a:rPr sz="1400" b="1" spc="-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31F20"/>
                </a:solidFill>
                <a:latin typeface="Tahoma"/>
                <a:cs typeface="Tahoma"/>
              </a:rPr>
              <a:t>50</a:t>
            </a:r>
            <a:r>
              <a:rPr sz="1400" b="1" spc="-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31F20"/>
                </a:solidFill>
                <a:latin typeface="Tahoma"/>
                <a:cs typeface="Tahoma"/>
              </a:rPr>
              <a:t>litres)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spc="-10" dirty="0">
                <a:solidFill>
                  <a:srgbClr val="231F20"/>
                </a:solidFill>
                <a:latin typeface="Verdana"/>
                <a:cs typeface="Verdana"/>
              </a:rPr>
              <a:t>Packaging</a:t>
            </a:r>
            <a:r>
              <a:rPr sz="1400" spc="-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231F20"/>
                </a:solidFill>
                <a:latin typeface="Verdana"/>
                <a:cs typeface="Verdana"/>
              </a:rPr>
              <a:t>cost:</a:t>
            </a:r>
            <a:r>
              <a:rPr sz="1400" spc="-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400" b="1" spc="-20" dirty="0">
                <a:solidFill>
                  <a:srgbClr val="231F20"/>
                </a:solidFill>
                <a:latin typeface="Tahoma"/>
                <a:cs typeface="Tahoma"/>
              </a:rPr>
              <a:t>50Rs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70366" y="2107916"/>
            <a:ext cx="4679315" cy="19627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b="1" spc="-30" dirty="0">
                <a:solidFill>
                  <a:srgbClr val="0F6761"/>
                </a:solidFill>
                <a:latin typeface="Tahoma"/>
                <a:cs typeface="Tahoma"/>
              </a:rPr>
              <a:t>Break</a:t>
            </a:r>
            <a:r>
              <a:rPr sz="2700" b="1" spc="-165" dirty="0">
                <a:solidFill>
                  <a:srgbClr val="0F6761"/>
                </a:solidFill>
                <a:latin typeface="Tahoma"/>
                <a:cs typeface="Tahoma"/>
              </a:rPr>
              <a:t> </a:t>
            </a:r>
            <a:r>
              <a:rPr sz="2700" b="1" spc="-110" dirty="0">
                <a:solidFill>
                  <a:srgbClr val="0F6761"/>
                </a:solidFill>
                <a:latin typeface="Tahoma"/>
                <a:cs typeface="Tahoma"/>
              </a:rPr>
              <a:t>Even:</a:t>
            </a:r>
            <a:r>
              <a:rPr sz="2700" b="1" spc="-160" dirty="0">
                <a:solidFill>
                  <a:srgbClr val="0F6761"/>
                </a:solidFill>
                <a:latin typeface="Tahoma"/>
                <a:cs typeface="Tahoma"/>
              </a:rPr>
              <a:t> </a:t>
            </a:r>
            <a:r>
              <a:rPr sz="2700" b="1" spc="-505" dirty="0">
                <a:latin typeface="Tahoma"/>
                <a:cs typeface="Tahoma"/>
              </a:rPr>
              <a:t>1</a:t>
            </a:r>
            <a:r>
              <a:rPr sz="2700" b="1" spc="-160" dirty="0">
                <a:latin typeface="Tahoma"/>
                <a:cs typeface="Tahoma"/>
              </a:rPr>
              <a:t> </a:t>
            </a:r>
            <a:r>
              <a:rPr sz="2700" b="1" spc="-40" dirty="0">
                <a:latin typeface="Tahoma"/>
                <a:cs typeface="Tahoma"/>
              </a:rPr>
              <a:t>year</a:t>
            </a:r>
            <a:r>
              <a:rPr sz="2700" b="1" spc="-160" dirty="0">
                <a:latin typeface="Tahoma"/>
                <a:cs typeface="Tahoma"/>
              </a:rPr>
              <a:t> </a:t>
            </a:r>
            <a:r>
              <a:rPr sz="2700" b="1" dirty="0">
                <a:latin typeface="Tahoma"/>
                <a:cs typeface="Tahoma"/>
              </a:rPr>
              <a:t>4</a:t>
            </a:r>
            <a:r>
              <a:rPr sz="2700" b="1" spc="-160" dirty="0">
                <a:latin typeface="Tahoma"/>
                <a:cs typeface="Tahoma"/>
              </a:rPr>
              <a:t> </a:t>
            </a:r>
            <a:r>
              <a:rPr sz="2700" b="1" spc="-10" dirty="0">
                <a:latin typeface="Tahoma"/>
                <a:cs typeface="Tahoma"/>
              </a:rPr>
              <a:t>months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800" b="1" spc="-110" dirty="0">
                <a:solidFill>
                  <a:srgbClr val="0F6761"/>
                </a:solidFill>
                <a:latin typeface="Tahoma"/>
                <a:cs typeface="Tahoma"/>
              </a:rPr>
              <a:t>Unit</a:t>
            </a:r>
            <a:r>
              <a:rPr sz="2800" b="1" spc="-170" dirty="0">
                <a:solidFill>
                  <a:srgbClr val="0F6761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F6761"/>
                </a:solidFill>
                <a:latin typeface="Tahoma"/>
                <a:cs typeface="Tahoma"/>
              </a:rPr>
              <a:t>Economics:</a:t>
            </a:r>
            <a:endParaRPr sz="2800">
              <a:latin typeface="Tahoma"/>
              <a:cs typeface="Tahoma"/>
            </a:endParaRPr>
          </a:p>
          <a:p>
            <a:pPr marL="2128520" marR="252095" indent="-1243965">
              <a:lnSpc>
                <a:spcPts val="3240"/>
              </a:lnSpc>
              <a:spcBef>
                <a:spcPts val="60"/>
              </a:spcBef>
              <a:tabLst>
                <a:tab pos="2231390" algn="l"/>
                <a:tab pos="3962400" algn="l"/>
              </a:tabLst>
            </a:pPr>
            <a:r>
              <a:rPr sz="1250" spc="-10" dirty="0">
                <a:latin typeface="Verdana"/>
                <a:cs typeface="Verdana"/>
              </a:rPr>
              <a:t>Packaging</a:t>
            </a:r>
            <a:r>
              <a:rPr sz="1250" dirty="0">
                <a:latin typeface="Verdana"/>
                <a:cs typeface="Verdana"/>
              </a:rPr>
              <a:t>		Cleaning</a:t>
            </a:r>
            <a:r>
              <a:rPr sz="1250" spc="-9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agent</a:t>
            </a:r>
            <a:r>
              <a:rPr sz="1250" dirty="0">
                <a:latin typeface="Verdana"/>
                <a:cs typeface="Verdana"/>
              </a:rPr>
              <a:t>	</a:t>
            </a:r>
            <a:r>
              <a:rPr sz="1250" spc="-10" dirty="0">
                <a:latin typeface="Verdana"/>
                <a:cs typeface="Verdana"/>
              </a:rPr>
              <a:t>Algae </a:t>
            </a:r>
            <a:r>
              <a:rPr sz="1250" dirty="0">
                <a:latin typeface="Verdana"/>
                <a:cs typeface="Verdana"/>
              </a:rPr>
              <a:t>Gross</a:t>
            </a:r>
            <a:r>
              <a:rPr sz="1250" spc="5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Margin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071815" y="4273479"/>
            <a:ext cx="3194050" cy="3194050"/>
            <a:chOff x="2071815" y="4273479"/>
            <a:chExt cx="3194050" cy="3194050"/>
          </a:xfrm>
        </p:grpSpPr>
        <p:sp>
          <p:nvSpPr>
            <p:cNvPr id="42" name="object 42"/>
            <p:cNvSpPr/>
            <p:nvPr/>
          </p:nvSpPr>
          <p:spPr>
            <a:xfrm>
              <a:off x="3668821" y="4273479"/>
              <a:ext cx="1597025" cy="2923540"/>
            </a:xfrm>
            <a:custGeom>
              <a:avLst/>
              <a:gdLst/>
              <a:ahLst/>
              <a:cxnLst/>
              <a:rect l="l" t="t" r="r" b="b"/>
              <a:pathLst>
                <a:path w="1597025" h="2923540">
                  <a:moveTo>
                    <a:pt x="889828" y="2923140"/>
                  </a:moveTo>
                  <a:lnTo>
                    <a:pt x="444914" y="2260073"/>
                  </a:lnTo>
                  <a:lnTo>
                    <a:pt x="458040" y="2251074"/>
                  </a:lnTo>
                  <a:lnTo>
                    <a:pt x="470979" y="2241820"/>
                  </a:lnTo>
                  <a:lnTo>
                    <a:pt x="508664" y="2212528"/>
                  </a:lnTo>
                  <a:lnTo>
                    <a:pt x="544527" y="2181040"/>
                  </a:lnTo>
                  <a:lnTo>
                    <a:pt x="578445" y="2147467"/>
                  </a:lnTo>
                  <a:lnTo>
                    <a:pt x="610300" y="2111923"/>
                  </a:lnTo>
                  <a:lnTo>
                    <a:pt x="639975" y="2074539"/>
                  </a:lnTo>
                  <a:lnTo>
                    <a:pt x="667360" y="2035454"/>
                  </a:lnTo>
                  <a:lnTo>
                    <a:pt x="692361" y="1994802"/>
                  </a:lnTo>
                  <a:lnTo>
                    <a:pt x="714892" y="1952724"/>
                  </a:lnTo>
                  <a:lnTo>
                    <a:pt x="734868" y="1909376"/>
                  </a:lnTo>
                  <a:lnTo>
                    <a:pt x="752217" y="1864916"/>
                  </a:lnTo>
                  <a:lnTo>
                    <a:pt x="766879" y="1819500"/>
                  </a:lnTo>
                  <a:lnTo>
                    <a:pt x="778802" y="1773283"/>
                  </a:lnTo>
                  <a:lnTo>
                    <a:pt x="787943" y="1726437"/>
                  </a:lnTo>
                  <a:lnTo>
                    <a:pt x="794268" y="1679134"/>
                  </a:lnTo>
                  <a:lnTo>
                    <a:pt x="797756" y="1631537"/>
                  </a:lnTo>
                  <a:lnTo>
                    <a:pt x="798498" y="1599719"/>
                  </a:lnTo>
                  <a:lnTo>
                    <a:pt x="798394" y="1583811"/>
                  </a:lnTo>
                  <a:lnTo>
                    <a:pt x="796179" y="1536132"/>
                  </a:lnTo>
                  <a:lnTo>
                    <a:pt x="791120" y="1488677"/>
                  </a:lnTo>
                  <a:lnTo>
                    <a:pt x="783236" y="1441609"/>
                  </a:lnTo>
                  <a:lnTo>
                    <a:pt x="772552" y="1395090"/>
                  </a:lnTo>
                  <a:lnTo>
                    <a:pt x="759108" y="1349292"/>
                  </a:lnTo>
                  <a:lnTo>
                    <a:pt x="742953" y="1304385"/>
                  </a:lnTo>
                  <a:lnTo>
                    <a:pt x="724146" y="1260523"/>
                  </a:lnTo>
                  <a:lnTo>
                    <a:pt x="702748" y="1217858"/>
                  </a:lnTo>
                  <a:lnTo>
                    <a:pt x="678839" y="1176548"/>
                  </a:lnTo>
                  <a:lnTo>
                    <a:pt x="652508" y="1136745"/>
                  </a:lnTo>
                  <a:lnTo>
                    <a:pt x="623847" y="1098586"/>
                  </a:lnTo>
                  <a:lnTo>
                    <a:pt x="592953" y="1062203"/>
                  </a:lnTo>
                  <a:lnTo>
                    <a:pt x="559940" y="1027730"/>
                  </a:lnTo>
                  <a:lnTo>
                    <a:pt x="524931" y="995296"/>
                  </a:lnTo>
                  <a:lnTo>
                    <a:pt x="488048" y="965011"/>
                  </a:lnTo>
                  <a:lnTo>
                    <a:pt x="449416" y="936980"/>
                  </a:lnTo>
                  <a:lnTo>
                    <a:pt x="409177" y="911308"/>
                  </a:lnTo>
                  <a:lnTo>
                    <a:pt x="367483" y="888088"/>
                  </a:lnTo>
                  <a:lnTo>
                    <a:pt x="324476" y="867401"/>
                  </a:lnTo>
                  <a:lnTo>
                    <a:pt x="280304" y="849317"/>
                  </a:lnTo>
                  <a:lnTo>
                    <a:pt x="235130" y="833906"/>
                  </a:lnTo>
                  <a:lnTo>
                    <a:pt x="189122" y="821222"/>
                  </a:lnTo>
                  <a:lnTo>
                    <a:pt x="142439" y="811309"/>
                  </a:lnTo>
                  <a:lnTo>
                    <a:pt x="95241" y="804202"/>
                  </a:lnTo>
                  <a:lnTo>
                    <a:pt x="47702" y="799928"/>
                  </a:lnTo>
                  <a:lnTo>
                    <a:pt x="0" y="798502"/>
                  </a:lnTo>
                  <a:lnTo>
                    <a:pt x="0" y="0"/>
                  </a:lnTo>
                  <a:lnTo>
                    <a:pt x="63628" y="1267"/>
                  </a:lnTo>
                  <a:lnTo>
                    <a:pt x="127156" y="5069"/>
                  </a:lnTo>
                  <a:lnTo>
                    <a:pt x="190482" y="11399"/>
                  </a:lnTo>
                  <a:lnTo>
                    <a:pt x="253505" y="20248"/>
                  </a:lnTo>
                  <a:lnTo>
                    <a:pt x="316126" y="31600"/>
                  </a:lnTo>
                  <a:lnTo>
                    <a:pt x="378245" y="45439"/>
                  </a:lnTo>
                  <a:lnTo>
                    <a:pt x="439763" y="61740"/>
                  </a:lnTo>
                  <a:lnTo>
                    <a:pt x="500583" y="80481"/>
                  </a:lnTo>
                  <a:lnTo>
                    <a:pt x="560608" y="101629"/>
                  </a:lnTo>
                  <a:lnTo>
                    <a:pt x="619742" y="125153"/>
                  </a:lnTo>
                  <a:lnTo>
                    <a:pt x="677893" y="151014"/>
                  </a:lnTo>
                  <a:lnTo>
                    <a:pt x="734966" y="179171"/>
                  </a:lnTo>
                  <a:lnTo>
                    <a:pt x="790873" y="209580"/>
                  </a:lnTo>
                  <a:lnTo>
                    <a:pt x="845523" y="242192"/>
                  </a:lnTo>
                  <a:lnTo>
                    <a:pt x="898831" y="276955"/>
                  </a:lnTo>
                  <a:lnTo>
                    <a:pt x="950712" y="313816"/>
                  </a:lnTo>
                  <a:lnTo>
                    <a:pt x="1001082" y="352713"/>
                  </a:lnTo>
                  <a:lnTo>
                    <a:pt x="1049863" y="393587"/>
                  </a:lnTo>
                  <a:lnTo>
                    <a:pt x="1096977" y="436372"/>
                  </a:lnTo>
                  <a:lnTo>
                    <a:pt x="1142348" y="481000"/>
                  </a:lnTo>
                  <a:lnTo>
                    <a:pt x="1185906" y="527400"/>
                  </a:lnTo>
                  <a:lnTo>
                    <a:pt x="1227580" y="575499"/>
                  </a:lnTo>
                  <a:lnTo>
                    <a:pt x="1267305" y="625220"/>
                  </a:lnTo>
                  <a:lnTo>
                    <a:pt x="1305017" y="676484"/>
                  </a:lnTo>
                  <a:lnTo>
                    <a:pt x="1340657" y="729210"/>
                  </a:lnTo>
                  <a:lnTo>
                    <a:pt x="1374167" y="783315"/>
                  </a:lnTo>
                  <a:lnTo>
                    <a:pt x="1405496" y="838711"/>
                  </a:lnTo>
                  <a:lnTo>
                    <a:pt x="1434592" y="895312"/>
                  </a:lnTo>
                  <a:lnTo>
                    <a:pt x="1461411" y="953027"/>
                  </a:lnTo>
                  <a:lnTo>
                    <a:pt x="1485907" y="1011765"/>
                  </a:lnTo>
                  <a:lnTo>
                    <a:pt x="1508046" y="1071432"/>
                  </a:lnTo>
                  <a:lnTo>
                    <a:pt x="1527788" y="1131934"/>
                  </a:lnTo>
                  <a:lnTo>
                    <a:pt x="1545105" y="1193174"/>
                  </a:lnTo>
                  <a:lnTo>
                    <a:pt x="1559967" y="1255056"/>
                  </a:lnTo>
                  <a:lnTo>
                    <a:pt x="1572353" y="1317480"/>
                  </a:lnTo>
                  <a:lnTo>
                    <a:pt x="1582241" y="1380349"/>
                  </a:lnTo>
                  <a:lnTo>
                    <a:pt x="1589618" y="1443561"/>
                  </a:lnTo>
                  <a:lnTo>
                    <a:pt x="1594469" y="1507018"/>
                  </a:lnTo>
                  <a:lnTo>
                    <a:pt x="1596788" y="1570617"/>
                  </a:lnTo>
                  <a:lnTo>
                    <a:pt x="1596997" y="1602432"/>
                  </a:lnTo>
                  <a:lnTo>
                    <a:pt x="1596571" y="1634258"/>
                  </a:lnTo>
                  <a:lnTo>
                    <a:pt x="1593820" y="1697840"/>
                  </a:lnTo>
                  <a:lnTo>
                    <a:pt x="1588536" y="1761262"/>
                  </a:lnTo>
                  <a:lnTo>
                    <a:pt x="1580731" y="1824423"/>
                  </a:lnTo>
                  <a:lnTo>
                    <a:pt x="1570414" y="1887223"/>
                  </a:lnTo>
                  <a:lnTo>
                    <a:pt x="1557605" y="1949562"/>
                  </a:lnTo>
                  <a:lnTo>
                    <a:pt x="1542321" y="2011341"/>
                  </a:lnTo>
                  <a:lnTo>
                    <a:pt x="1524589" y="2072462"/>
                  </a:lnTo>
                  <a:lnTo>
                    <a:pt x="1504434" y="2132828"/>
                  </a:lnTo>
                  <a:lnTo>
                    <a:pt x="1481892" y="2192343"/>
                  </a:lnTo>
                  <a:lnTo>
                    <a:pt x="1456995" y="2250912"/>
                  </a:lnTo>
                  <a:lnTo>
                    <a:pt x="1429785" y="2308444"/>
                  </a:lnTo>
                  <a:lnTo>
                    <a:pt x="1400304" y="2364845"/>
                  </a:lnTo>
                  <a:lnTo>
                    <a:pt x="1368599" y="2420027"/>
                  </a:lnTo>
                  <a:lnTo>
                    <a:pt x="1334721" y="2473902"/>
                  </a:lnTo>
                  <a:lnTo>
                    <a:pt x="1298724" y="2526385"/>
                  </a:lnTo>
                  <a:lnTo>
                    <a:pt x="1260663" y="2577391"/>
                  </a:lnTo>
                  <a:lnTo>
                    <a:pt x="1220602" y="2626841"/>
                  </a:lnTo>
                  <a:lnTo>
                    <a:pt x="1178601" y="2674655"/>
                  </a:lnTo>
                  <a:lnTo>
                    <a:pt x="1134729" y="2720758"/>
                  </a:lnTo>
                  <a:lnTo>
                    <a:pt x="1089054" y="2765076"/>
                  </a:lnTo>
                  <a:lnTo>
                    <a:pt x="1041651" y="2807539"/>
                  </a:lnTo>
                  <a:lnTo>
                    <a:pt x="992592" y="2848080"/>
                  </a:lnTo>
                  <a:lnTo>
                    <a:pt x="941959" y="2886634"/>
                  </a:lnTo>
                  <a:lnTo>
                    <a:pt x="916080" y="2905143"/>
                  </a:lnTo>
                  <a:lnTo>
                    <a:pt x="889828" y="2923140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43225" y="6533552"/>
              <a:ext cx="815975" cy="927100"/>
            </a:xfrm>
            <a:custGeom>
              <a:avLst/>
              <a:gdLst/>
              <a:ahLst/>
              <a:cxnLst/>
              <a:rect l="l" t="t" r="r" b="b"/>
              <a:pathLst>
                <a:path w="815975" h="927100">
                  <a:moveTo>
                    <a:pt x="74403" y="926990"/>
                  </a:moveTo>
                  <a:lnTo>
                    <a:pt x="0" y="131961"/>
                  </a:lnTo>
                  <a:lnTo>
                    <a:pt x="49380" y="125796"/>
                  </a:lnTo>
                  <a:lnTo>
                    <a:pt x="98092" y="116606"/>
                  </a:lnTo>
                  <a:lnTo>
                    <a:pt x="146134" y="104390"/>
                  </a:lnTo>
                  <a:lnTo>
                    <a:pt x="193507" y="89149"/>
                  </a:lnTo>
                  <a:lnTo>
                    <a:pt x="239848" y="71013"/>
                  </a:lnTo>
                  <a:lnTo>
                    <a:pt x="284796" y="50109"/>
                  </a:lnTo>
                  <a:lnTo>
                    <a:pt x="328350" y="26438"/>
                  </a:lnTo>
                  <a:lnTo>
                    <a:pt x="370510" y="0"/>
                  </a:lnTo>
                  <a:lnTo>
                    <a:pt x="815424" y="663067"/>
                  </a:lnTo>
                  <a:lnTo>
                    <a:pt x="773732" y="690113"/>
                  </a:lnTo>
                  <a:lnTo>
                    <a:pt x="731259" y="715824"/>
                  </a:lnTo>
                  <a:lnTo>
                    <a:pt x="688007" y="740201"/>
                  </a:lnTo>
                  <a:lnTo>
                    <a:pt x="643974" y="763242"/>
                  </a:lnTo>
                  <a:lnTo>
                    <a:pt x="599248" y="784905"/>
                  </a:lnTo>
                  <a:lnTo>
                    <a:pt x="553913" y="805147"/>
                  </a:lnTo>
                  <a:lnTo>
                    <a:pt x="507969" y="823968"/>
                  </a:lnTo>
                  <a:lnTo>
                    <a:pt x="461418" y="841367"/>
                  </a:lnTo>
                  <a:lnTo>
                    <a:pt x="414348" y="857312"/>
                  </a:lnTo>
                  <a:lnTo>
                    <a:pt x="366852" y="871771"/>
                  </a:lnTo>
                  <a:lnTo>
                    <a:pt x="318928" y="884745"/>
                  </a:lnTo>
                  <a:lnTo>
                    <a:pt x="270577" y="896232"/>
                  </a:lnTo>
                  <a:lnTo>
                    <a:pt x="221893" y="906213"/>
                  </a:lnTo>
                  <a:lnTo>
                    <a:pt x="172969" y="914666"/>
                  </a:lnTo>
                  <a:lnTo>
                    <a:pt x="123806" y="921592"/>
                  </a:lnTo>
                  <a:lnTo>
                    <a:pt x="74403" y="926990"/>
                  </a:lnTo>
                  <a:close/>
                </a:path>
              </a:pathLst>
            </a:custGeom>
            <a:solidFill>
              <a:srgbClr val="40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19154" y="6665514"/>
              <a:ext cx="198755" cy="802005"/>
            </a:xfrm>
            <a:custGeom>
              <a:avLst/>
              <a:gdLst/>
              <a:ahLst/>
              <a:cxnLst/>
              <a:rect l="l" t="t" r="r" b="b"/>
              <a:pathLst>
                <a:path w="198754" h="802004">
                  <a:moveTo>
                    <a:pt x="49690" y="801978"/>
                  </a:moveTo>
                  <a:lnTo>
                    <a:pt x="0" y="801204"/>
                  </a:lnTo>
                  <a:lnTo>
                    <a:pt x="24833" y="3087"/>
                  </a:lnTo>
                  <a:lnTo>
                    <a:pt x="49678" y="3474"/>
                  </a:lnTo>
                  <a:lnTo>
                    <a:pt x="74500" y="3089"/>
                  </a:lnTo>
                  <a:lnTo>
                    <a:pt x="99297" y="1931"/>
                  </a:lnTo>
                  <a:lnTo>
                    <a:pt x="124070" y="0"/>
                  </a:lnTo>
                  <a:lnTo>
                    <a:pt x="198474" y="795028"/>
                  </a:lnTo>
                  <a:lnTo>
                    <a:pt x="148928" y="798890"/>
                  </a:lnTo>
                  <a:lnTo>
                    <a:pt x="99333" y="801207"/>
                  </a:lnTo>
                  <a:lnTo>
                    <a:pt x="49690" y="801978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071815" y="4273479"/>
              <a:ext cx="1597025" cy="3193415"/>
            </a:xfrm>
            <a:custGeom>
              <a:avLst/>
              <a:gdLst/>
              <a:ahLst/>
              <a:cxnLst/>
              <a:rect l="l" t="t" r="r" b="b"/>
              <a:pathLst>
                <a:path w="1597025" h="3193415">
                  <a:moveTo>
                    <a:pt x="1547338" y="3193239"/>
                  </a:moveTo>
                  <a:lnTo>
                    <a:pt x="1508568" y="3191561"/>
                  </a:lnTo>
                  <a:lnTo>
                    <a:pt x="1469851" y="3188941"/>
                  </a:lnTo>
                  <a:lnTo>
                    <a:pt x="1431208" y="3185382"/>
                  </a:lnTo>
                  <a:lnTo>
                    <a:pt x="1392663" y="3180885"/>
                  </a:lnTo>
                  <a:lnTo>
                    <a:pt x="1354239" y="3175453"/>
                  </a:lnTo>
                  <a:lnTo>
                    <a:pt x="1315958" y="3169088"/>
                  </a:lnTo>
                  <a:lnTo>
                    <a:pt x="1277843" y="3161795"/>
                  </a:lnTo>
                  <a:lnTo>
                    <a:pt x="1239917" y="3153579"/>
                  </a:lnTo>
                  <a:lnTo>
                    <a:pt x="1202201" y="3144443"/>
                  </a:lnTo>
                  <a:lnTo>
                    <a:pt x="1164719" y="3134394"/>
                  </a:lnTo>
                  <a:lnTo>
                    <a:pt x="1127491" y="3123437"/>
                  </a:lnTo>
                  <a:lnTo>
                    <a:pt x="1090541" y="3111578"/>
                  </a:lnTo>
                  <a:lnTo>
                    <a:pt x="1053891" y="3098825"/>
                  </a:lnTo>
                  <a:lnTo>
                    <a:pt x="1017560" y="3085186"/>
                  </a:lnTo>
                  <a:lnTo>
                    <a:pt x="981572" y="3070667"/>
                  </a:lnTo>
                  <a:lnTo>
                    <a:pt x="945947" y="3055279"/>
                  </a:lnTo>
                  <a:lnTo>
                    <a:pt x="910707" y="3039029"/>
                  </a:lnTo>
                  <a:lnTo>
                    <a:pt x="875872" y="3021928"/>
                  </a:lnTo>
                  <a:lnTo>
                    <a:pt x="841463" y="3003986"/>
                  </a:lnTo>
                  <a:lnTo>
                    <a:pt x="807499" y="2985213"/>
                  </a:lnTo>
                  <a:lnTo>
                    <a:pt x="774002" y="2965621"/>
                  </a:lnTo>
                  <a:lnTo>
                    <a:pt x="740991" y="2945220"/>
                  </a:lnTo>
                  <a:lnTo>
                    <a:pt x="708485" y="2924023"/>
                  </a:lnTo>
                  <a:lnTo>
                    <a:pt x="676504" y="2902042"/>
                  </a:lnTo>
                  <a:lnTo>
                    <a:pt x="645067" y="2879291"/>
                  </a:lnTo>
                  <a:lnTo>
                    <a:pt x="614192" y="2855783"/>
                  </a:lnTo>
                  <a:lnTo>
                    <a:pt x="583896" y="2831532"/>
                  </a:lnTo>
                  <a:lnTo>
                    <a:pt x="554199" y="2806551"/>
                  </a:lnTo>
                  <a:lnTo>
                    <a:pt x="525118" y="2780857"/>
                  </a:lnTo>
                  <a:lnTo>
                    <a:pt x="496670" y="2754463"/>
                  </a:lnTo>
                  <a:lnTo>
                    <a:pt x="468871" y="2727386"/>
                  </a:lnTo>
                  <a:lnTo>
                    <a:pt x="441739" y="2699642"/>
                  </a:lnTo>
                  <a:lnTo>
                    <a:pt x="415288" y="2671246"/>
                  </a:lnTo>
                  <a:lnTo>
                    <a:pt x="389536" y="2642216"/>
                  </a:lnTo>
                  <a:lnTo>
                    <a:pt x="364496" y="2612570"/>
                  </a:lnTo>
                  <a:lnTo>
                    <a:pt x="340184" y="2582323"/>
                  </a:lnTo>
                  <a:lnTo>
                    <a:pt x="316615" y="2551495"/>
                  </a:lnTo>
                  <a:lnTo>
                    <a:pt x="293801" y="2520102"/>
                  </a:lnTo>
                  <a:lnTo>
                    <a:pt x="271757" y="2488165"/>
                  </a:lnTo>
                  <a:lnTo>
                    <a:pt x="250495" y="2455702"/>
                  </a:lnTo>
                  <a:lnTo>
                    <a:pt x="230028" y="2422732"/>
                  </a:lnTo>
                  <a:lnTo>
                    <a:pt x="210368" y="2389274"/>
                  </a:lnTo>
                  <a:lnTo>
                    <a:pt x="191527" y="2355349"/>
                  </a:lnTo>
                  <a:lnTo>
                    <a:pt x="173517" y="2320975"/>
                  </a:lnTo>
                  <a:lnTo>
                    <a:pt x="156346" y="2286174"/>
                  </a:lnTo>
                  <a:lnTo>
                    <a:pt x="140026" y="2250966"/>
                  </a:lnTo>
                  <a:lnTo>
                    <a:pt x="124567" y="2215373"/>
                  </a:lnTo>
                  <a:lnTo>
                    <a:pt x="109977" y="2179413"/>
                  </a:lnTo>
                  <a:lnTo>
                    <a:pt x="96264" y="2143111"/>
                  </a:lnTo>
                  <a:lnTo>
                    <a:pt x="83439" y="2106485"/>
                  </a:lnTo>
                  <a:lnTo>
                    <a:pt x="71506" y="2069559"/>
                  </a:lnTo>
                  <a:lnTo>
                    <a:pt x="60475" y="2032354"/>
                  </a:lnTo>
                  <a:lnTo>
                    <a:pt x="50350" y="1994891"/>
                  </a:lnTo>
                  <a:lnTo>
                    <a:pt x="41139" y="1957194"/>
                  </a:lnTo>
                  <a:lnTo>
                    <a:pt x="32847" y="1919284"/>
                  </a:lnTo>
                  <a:lnTo>
                    <a:pt x="25478" y="1881184"/>
                  </a:lnTo>
                  <a:lnTo>
                    <a:pt x="19037" y="1842916"/>
                  </a:lnTo>
                  <a:lnTo>
                    <a:pt x="13528" y="1804503"/>
                  </a:lnTo>
                  <a:lnTo>
                    <a:pt x="8954" y="1765967"/>
                  </a:lnTo>
                  <a:lnTo>
                    <a:pt x="5317" y="1727331"/>
                  </a:lnTo>
                  <a:lnTo>
                    <a:pt x="2620" y="1688619"/>
                  </a:lnTo>
                  <a:lnTo>
                    <a:pt x="865" y="1649852"/>
                  </a:lnTo>
                  <a:lnTo>
                    <a:pt x="52" y="1611055"/>
                  </a:lnTo>
                  <a:lnTo>
                    <a:pt x="0" y="1591653"/>
                  </a:lnTo>
                  <a:lnTo>
                    <a:pt x="182" y="1572249"/>
                  </a:lnTo>
                  <a:lnTo>
                    <a:pt x="1255" y="1533457"/>
                  </a:lnTo>
                  <a:lnTo>
                    <a:pt x="3271" y="1494703"/>
                  </a:lnTo>
                  <a:lnTo>
                    <a:pt x="6227" y="1456010"/>
                  </a:lnTo>
                  <a:lnTo>
                    <a:pt x="10122" y="1417399"/>
                  </a:lnTo>
                  <a:lnTo>
                    <a:pt x="14955" y="1378895"/>
                  </a:lnTo>
                  <a:lnTo>
                    <a:pt x="20721" y="1340520"/>
                  </a:lnTo>
                  <a:lnTo>
                    <a:pt x="27419" y="1302296"/>
                  </a:lnTo>
                  <a:lnTo>
                    <a:pt x="35043" y="1264246"/>
                  </a:lnTo>
                  <a:lnTo>
                    <a:pt x="43589" y="1226392"/>
                  </a:lnTo>
                  <a:lnTo>
                    <a:pt x="53053" y="1188758"/>
                  </a:lnTo>
                  <a:lnTo>
                    <a:pt x="63428" y="1151364"/>
                  </a:lnTo>
                  <a:lnTo>
                    <a:pt x="74709" y="1114234"/>
                  </a:lnTo>
                  <a:lnTo>
                    <a:pt x="86888" y="1077388"/>
                  </a:lnTo>
                  <a:lnTo>
                    <a:pt x="99960" y="1040850"/>
                  </a:lnTo>
                  <a:lnTo>
                    <a:pt x="113915" y="1004640"/>
                  </a:lnTo>
                  <a:lnTo>
                    <a:pt x="128746" y="968779"/>
                  </a:lnTo>
                  <a:lnTo>
                    <a:pt x="144444" y="933290"/>
                  </a:lnTo>
                  <a:lnTo>
                    <a:pt x="160999" y="898192"/>
                  </a:lnTo>
                  <a:lnTo>
                    <a:pt x="178402" y="863507"/>
                  </a:lnTo>
                  <a:lnTo>
                    <a:pt x="196644" y="829255"/>
                  </a:lnTo>
                  <a:lnTo>
                    <a:pt x="215711" y="795457"/>
                  </a:lnTo>
                  <a:lnTo>
                    <a:pt x="235595" y="762131"/>
                  </a:lnTo>
                  <a:lnTo>
                    <a:pt x="256282" y="729299"/>
                  </a:lnTo>
                  <a:lnTo>
                    <a:pt x="277761" y="696979"/>
                  </a:lnTo>
                  <a:lnTo>
                    <a:pt x="300019" y="665191"/>
                  </a:lnTo>
                  <a:lnTo>
                    <a:pt x="323043" y="633952"/>
                  </a:lnTo>
                  <a:lnTo>
                    <a:pt x="346819" y="603283"/>
                  </a:lnTo>
                  <a:lnTo>
                    <a:pt x="371333" y="573200"/>
                  </a:lnTo>
                  <a:lnTo>
                    <a:pt x="396571" y="543721"/>
                  </a:lnTo>
                  <a:lnTo>
                    <a:pt x="422518" y="514865"/>
                  </a:lnTo>
                  <a:lnTo>
                    <a:pt x="449158" y="486647"/>
                  </a:lnTo>
                  <a:lnTo>
                    <a:pt x="476476" y="459085"/>
                  </a:lnTo>
                  <a:lnTo>
                    <a:pt x="504455" y="432195"/>
                  </a:lnTo>
                  <a:lnTo>
                    <a:pt x="533080" y="405993"/>
                  </a:lnTo>
                  <a:lnTo>
                    <a:pt x="562333" y="380494"/>
                  </a:lnTo>
                  <a:lnTo>
                    <a:pt x="592196" y="355713"/>
                  </a:lnTo>
                  <a:lnTo>
                    <a:pt x="622654" y="331666"/>
                  </a:lnTo>
                  <a:lnTo>
                    <a:pt x="653686" y="308365"/>
                  </a:lnTo>
                  <a:lnTo>
                    <a:pt x="685275" y="285825"/>
                  </a:lnTo>
                  <a:lnTo>
                    <a:pt x="717403" y="264060"/>
                  </a:lnTo>
                  <a:lnTo>
                    <a:pt x="750050" y="243081"/>
                  </a:lnTo>
                  <a:lnTo>
                    <a:pt x="783197" y="222902"/>
                  </a:lnTo>
                  <a:lnTo>
                    <a:pt x="816825" y="203535"/>
                  </a:lnTo>
                  <a:lnTo>
                    <a:pt x="850913" y="184990"/>
                  </a:lnTo>
                  <a:lnTo>
                    <a:pt x="885442" y="167279"/>
                  </a:lnTo>
                  <a:lnTo>
                    <a:pt x="920391" y="150412"/>
                  </a:lnTo>
                  <a:lnTo>
                    <a:pt x="955740" y="134399"/>
                  </a:lnTo>
                  <a:lnTo>
                    <a:pt x="991467" y="119250"/>
                  </a:lnTo>
                  <a:lnTo>
                    <a:pt x="1027551" y="104973"/>
                  </a:lnTo>
                  <a:lnTo>
                    <a:pt x="1063972" y="91577"/>
                  </a:lnTo>
                  <a:lnTo>
                    <a:pt x="1100708" y="79070"/>
                  </a:lnTo>
                  <a:lnTo>
                    <a:pt x="1137737" y="67460"/>
                  </a:lnTo>
                  <a:lnTo>
                    <a:pt x="1175036" y="56753"/>
                  </a:lnTo>
                  <a:lnTo>
                    <a:pt x="1212585" y="46955"/>
                  </a:lnTo>
                  <a:lnTo>
                    <a:pt x="1250361" y="38072"/>
                  </a:lnTo>
                  <a:lnTo>
                    <a:pt x="1288342" y="30110"/>
                  </a:lnTo>
                  <a:lnTo>
                    <a:pt x="1326505" y="23073"/>
                  </a:lnTo>
                  <a:lnTo>
                    <a:pt x="1364828" y="16966"/>
                  </a:lnTo>
                  <a:lnTo>
                    <a:pt x="1403287" y="11791"/>
                  </a:lnTo>
                  <a:lnTo>
                    <a:pt x="1441861" y="7552"/>
                  </a:lnTo>
                  <a:lnTo>
                    <a:pt x="1480527" y="4252"/>
                  </a:lnTo>
                  <a:lnTo>
                    <a:pt x="1519262" y="1893"/>
                  </a:lnTo>
                  <a:lnTo>
                    <a:pt x="1558042" y="475"/>
                  </a:lnTo>
                  <a:lnTo>
                    <a:pt x="1596845" y="0"/>
                  </a:lnTo>
                  <a:lnTo>
                    <a:pt x="1596925" y="798502"/>
                  </a:lnTo>
                  <a:lnTo>
                    <a:pt x="1577518" y="798740"/>
                  </a:lnTo>
                  <a:lnTo>
                    <a:pt x="1558133" y="799448"/>
                  </a:lnTo>
                  <a:lnTo>
                    <a:pt x="1519433" y="802279"/>
                  </a:lnTo>
                  <a:lnTo>
                    <a:pt x="1480916" y="806985"/>
                  </a:lnTo>
                  <a:lnTo>
                    <a:pt x="1442674" y="813558"/>
                  </a:lnTo>
                  <a:lnTo>
                    <a:pt x="1404795" y="821980"/>
                  </a:lnTo>
                  <a:lnTo>
                    <a:pt x="1367371" y="832233"/>
                  </a:lnTo>
                  <a:lnTo>
                    <a:pt x="1330488" y="844291"/>
                  </a:lnTo>
                  <a:lnTo>
                    <a:pt x="1294236" y="858128"/>
                  </a:lnTo>
                  <a:lnTo>
                    <a:pt x="1258698" y="873708"/>
                  </a:lnTo>
                  <a:lnTo>
                    <a:pt x="1223959" y="890998"/>
                  </a:lnTo>
                  <a:lnTo>
                    <a:pt x="1190101" y="909953"/>
                  </a:lnTo>
                  <a:lnTo>
                    <a:pt x="1157204" y="930533"/>
                  </a:lnTo>
                  <a:lnTo>
                    <a:pt x="1125345" y="952685"/>
                  </a:lnTo>
                  <a:lnTo>
                    <a:pt x="1094601" y="976359"/>
                  </a:lnTo>
                  <a:lnTo>
                    <a:pt x="1065042" y="1001499"/>
                  </a:lnTo>
                  <a:lnTo>
                    <a:pt x="1036740" y="1028045"/>
                  </a:lnTo>
                  <a:lnTo>
                    <a:pt x="1009761" y="1055935"/>
                  </a:lnTo>
                  <a:lnTo>
                    <a:pt x="984169" y="1085103"/>
                  </a:lnTo>
                  <a:lnTo>
                    <a:pt x="960024" y="1115479"/>
                  </a:lnTo>
                  <a:lnTo>
                    <a:pt x="937383" y="1146992"/>
                  </a:lnTo>
                  <a:lnTo>
                    <a:pt x="916300" y="1179568"/>
                  </a:lnTo>
                  <a:lnTo>
                    <a:pt x="896824" y="1213130"/>
                  </a:lnTo>
                  <a:lnTo>
                    <a:pt x="879002" y="1247599"/>
                  </a:lnTo>
                  <a:lnTo>
                    <a:pt x="862875" y="1282892"/>
                  </a:lnTo>
                  <a:lnTo>
                    <a:pt x="848482" y="1318927"/>
                  </a:lnTo>
                  <a:lnTo>
                    <a:pt x="835857" y="1355620"/>
                  </a:lnTo>
                  <a:lnTo>
                    <a:pt x="825028" y="1392882"/>
                  </a:lnTo>
                  <a:lnTo>
                    <a:pt x="816024" y="1430626"/>
                  </a:lnTo>
                  <a:lnTo>
                    <a:pt x="808863" y="1468763"/>
                  </a:lnTo>
                  <a:lnTo>
                    <a:pt x="803564" y="1507203"/>
                  </a:lnTo>
                  <a:lnTo>
                    <a:pt x="800137" y="1545854"/>
                  </a:lnTo>
                  <a:lnTo>
                    <a:pt x="798594" y="1584627"/>
                  </a:lnTo>
                  <a:lnTo>
                    <a:pt x="798528" y="1604036"/>
                  </a:lnTo>
                  <a:lnTo>
                    <a:pt x="798935" y="1623429"/>
                  </a:lnTo>
                  <a:lnTo>
                    <a:pt x="801161" y="1662169"/>
                  </a:lnTo>
                  <a:lnTo>
                    <a:pt x="805266" y="1700754"/>
                  </a:lnTo>
                  <a:lnTo>
                    <a:pt x="811241" y="1739095"/>
                  </a:lnTo>
                  <a:lnTo>
                    <a:pt x="819072" y="1777100"/>
                  </a:lnTo>
                  <a:lnTo>
                    <a:pt x="828740" y="1814680"/>
                  </a:lnTo>
                  <a:lnTo>
                    <a:pt x="840221" y="1851746"/>
                  </a:lnTo>
                  <a:lnTo>
                    <a:pt x="853491" y="1888210"/>
                  </a:lnTo>
                  <a:lnTo>
                    <a:pt x="868515" y="1923986"/>
                  </a:lnTo>
                  <a:lnTo>
                    <a:pt x="885261" y="1958990"/>
                  </a:lnTo>
                  <a:lnTo>
                    <a:pt x="903686" y="1993140"/>
                  </a:lnTo>
                  <a:lnTo>
                    <a:pt x="923750" y="2026354"/>
                  </a:lnTo>
                  <a:lnTo>
                    <a:pt x="945402" y="2058554"/>
                  </a:lnTo>
                  <a:lnTo>
                    <a:pt x="968595" y="2089664"/>
                  </a:lnTo>
                  <a:lnTo>
                    <a:pt x="993270" y="2119611"/>
                  </a:lnTo>
                  <a:lnTo>
                    <a:pt x="1019372" y="2148324"/>
                  </a:lnTo>
                  <a:lnTo>
                    <a:pt x="1046837" y="2175735"/>
                  </a:lnTo>
                  <a:lnTo>
                    <a:pt x="1075602" y="2201779"/>
                  </a:lnTo>
                  <a:lnTo>
                    <a:pt x="1105598" y="2226395"/>
                  </a:lnTo>
                  <a:lnTo>
                    <a:pt x="1136755" y="2249524"/>
                  </a:lnTo>
                  <a:lnTo>
                    <a:pt x="1168998" y="2271113"/>
                  </a:lnTo>
                  <a:lnTo>
                    <a:pt x="1202252" y="2291109"/>
                  </a:lnTo>
                  <a:lnTo>
                    <a:pt x="1236438" y="2309468"/>
                  </a:lnTo>
                  <a:lnTo>
                    <a:pt x="1271476" y="2326142"/>
                  </a:lnTo>
                  <a:lnTo>
                    <a:pt x="1307282" y="2341096"/>
                  </a:lnTo>
                  <a:lnTo>
                    <a:pt x="1343773" y="2354292"/>
                  </a:lnTo>
                  <a:lnTo>
                    <a:pt x="1380862" y="2365700"/>
                  </a:lnTo>
                  <a:lnTo>
                    <a:pt x="1418461" y="2375292"/>
                  </a:lnTo>
                  <a:lnTo>
                    <a:pt x="1456481" y="2383047"/>
                  </a:lnTo>
                  <a:lnTo>
                    <a:pt x="1494834" y="2388945"/>
                  </a:lnTo>
                  <a:lnTo>
                    <a:pt x="1533428" y="2392974"/>
                  </a:lnTo>
                  <a:lnTo>
                    <a:pt x="1572172" y="2395122"/>
                  </a:lnTo>
                  <a:lnTo>
                    <a:pt x="1547338" y="3193239"/>
                  </a:lnTo>
                  <a:close/>
                </a:path>
              </a:pathLst>
            </a:custGeom>
            <a:solidFill>
              <a:srgbClr val="4F6E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21679" y="5574533"/>
            <a:ext cx="1080135" cy="4883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5080" indent="-286385">
              <a:lnSpc>
                <a:spcPct val="121300"/>
              </a:lnSpc>
              <a:spcBef>
                <a:spcPts val="90"/>
              </a:spcBef>
            </a:pPr>
            <a:r>
              <a:rPr sz="1250" dirty="0">
                <a:latin typeface="Verdana"/>
                <a:cs typeface="Verdana"/>
              </a:rPr>
              <a:t>Gross</a:t>
            </a:r>
            <a:r>
              <a:rPr sz="1250" spc="5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Margin 49.5%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18192" y="5008865"/>
            <a:ext cx="843915" cy="4883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070" marR="5080" indent="-167005">
              <a:lnSpc>
                <a:spcPct val="121300"/>
              </a:lnSpc>
              <a:spcBef>
                <a:spcPts val="90"/>
              </a:spcBef>
            </a:pPr>
            <a:r>
              <a:rPr sz="1250" spc="-10" dirty="0">
                <a:latin typeface="Verdana"/>
                <a:cs typeface="Verdana"/>
              </a:rPr>
              <a:t>Packaging 40.6%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26914" y="7476523"/>
            <a:ext cx="1214120" cy="487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0370" marR="5080" indent="-408305">
              <a:lnSpc>
                <a:spcPct val="121300"/>
              </a:lnSpc>
              <a:spcBef>
                <a:spcPts val="90"/>
              </a:spcBef>
            </a:pPr>
            <a:r>
              <a:rPr sz="1250" dirty="0">
                <a:latin typeface="Verdana"/>
                <a:cs typeface="Verdana"/>
              </a:rPr>
              <a:t>Cleaning</a:t>
            </a:r>
            <a:r>
              <a:rPr sz="1250" spc="-95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agent 7.9%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026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125"/>
              </a:spcBef>
            </a:pPr>
            <a:r>
              <a:rPr spc="-50" dirty="0"/>
              <a:t>Road</a:t>
            </a:r>
            <a:r>
              <a:rPr spc="-190" dirty="0"/>
              <a:t> </a:t>
            </a:r>
            <a:r>
              <a:rPr spc="-114" dirty="0"/>
              <a:t>Map:</a:t>
            </a:r>
            <a:r>
              <a:rPr spc="-190" dirty="0"/>
              <a:t> </a:t>
            </a:r>
            <a:r>
              <a:rPr spc="-10" dirty="0"/>
              <a:t>Business</a:t>
            </a:r>
            <a:r>
              <a:rPr spc="-190" dirty="0"/>
              <a:t> </a:t>
            </a:r>
            <a:r>
              <a:rPr spc="-100" dirty="0"/>
              <a:t>model:</a:t>
            </a:r>
            <a:r>
              <a:rPr spc="-190" dirty="0"/>
              <a:t> </a:t>
            </a:r>
            <a:r>
              <a:rPr spc="-65" dirty="0"/>
              <a:t>Razor</a:t>
            </a:r>
            <a:r>
              <a:rPr spc="-190" dirty="0"/>
              <a:t> </a:t>
            </a:r>
            <a:r>
              <a:rPr spc="-10" dirty="0"/>
              <a:t>Blade</a:t>
            </a:r>
            <a:r>
              <a:rPr spc="-190" dirty="0"/>
              <a:t> </a:t>
            </a:r>
            <a:r>
              <a:rPr spc="-10" dirty="0"/>
              <a:t>Subscription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08744" y="5424019"/>
            <a:ext cx="14439265" cy="2777490"/>
            <a:chOff x="1908744" y="5424019"/>
            <a:chExt cx="14439265" cy="2777490"/>
          </a:xfrm>
        </p:grpSpPr>
        <p:sp>
          <p:nvSpPr>
            <p:cNvPr id="4" name="object 4"/>
            <p:cNvSpPr/>
            <p:nvPr/>
          </p:nvSpPr>
          <p:spPr>
            <a:xfrm>
              <a:off x="1908733" y="5797346"/>
              <a:ext cx="2085339" cy="1016000"/>
            </a:xfrm>
            <a:custGeom>
              <a:avLst/>
              <a:gdLst/>
              <a:ahLst/>
              <a:cxnLst/>
              <a:rect l="l" t="t" r="r" b="b"/>
              <a:pathLst>
                <a:path w="2085339" h="1016000">
                  <a:moveTo>
                    <a:pt x="2003412" y="1015390"/>
                  </a:moveTo>
                  <a:lnTo>
                    <a:pt x="1999411" y="947661"/>
                  </a:lnTo>
                  <a:lnTo>
                    <a:pt x="1993646" y="901001"/>
                  </a:lnTo>
                  <a:lnTo>
                    <a:pt x="1985670" y="855040"/>
                  </a:lnTo>
                  <a:lnTo>
                    <a:pt x="1975535" y="809853"/>
                  </a:lnTo>
                  <a:lnTo>
                    <a:pt x="1963305" y="765492"/>
                  </a:lnTo>
                  <a:lnTo>
                    <a:pt x="1949030" y="721995"/>
                  </a:lnTo>
                  <a:lnTo>
                    <a:pt x="1932774" y="679437"/>
                  </a:lnTo>
                  <a:lnTo>
                    <a:pt x="1914575" y="637882"/>
                  </a:lnTo>
                  <a:lnTo>
                    <a:pt x="1894509" y="597357"/>
                  </a:lnTo>
                  <a:lnTo>
                    <a:pt x="1872615" y="557936"/>
                  </a:lnTo>
                  <a:lnTo>
                    <a:pt x="1848954" y="519671"/>
                  </a:lnTo>
                  <a:lnTo>
                    <a:pt x="1823580" y="482612"/>
                  </a:lnTo>
                  <a:lnTo>
                    <a:pt x="1796554" y="446824"/>
                  </a:lnTo>
                  <a:lnTo>
                    <a:pt x="1767928" y="412356"/>
                  </a:lnTo>
                  <a:lnTo>
                    <a:pt x="1737766" y="379272"/>
                  </a:lnTo>
                  <a:lnTo>
                    <a:pt x="1706105" y="347611"/>
                  </a:lnTo>
                  <a:lnTo>
                    <a:pt x="1673009" y="317436"/>
                  </a:lnTo>
                  <a:lnTo>
                    <a:pt x="1638541" y="288823"/>
                  </a:lnTo>
                  <a:lnTo>
                    <a:pt x="1602752" y="261797"/>
                  </a:lnTo>
                  <a:lnTo>
                    <a:pt x="1565706" y="236423"/>
                  </a:lnTo>
                  <a:lnTo>
                    <a:pt x="1527429" y="212763"/>
                  </a:lnTo>
                  <a:lnTo>
                    <a:pt x="1488008" y="190868"/>
                  </a:lnTo>
                  <a:lnTo>
                    <a:pt x="1447482" y="170802"/>
                  </a:lnTo>
                  <a:lnTo>
                    <a:pt x="1405915" y="152603"/>
                  </a:lnTo>
                  <a:lnTo>
                    <a:pt x="1363370" y="136347"/>
                  </a:lnTo>
                  <a:lnTo>
                    <a:pt x="1319872" y="122072"/>
                  </a:lnTo>
                  <a:lnTo>
                    <a:pt x="1275511" y="109842"/>
                  </a:lnTo>
                  <a:lnTo>
                    <a:pt x="1230325" y="99720"/>
                  </a:lnTo>
                  <a:lnTo>
                    <a:pt x="1184363" y="91744"/>
                  </a:lnTo>
                  <a:lnTo>
                    <a:pt x="1137704" y="85979"/>
                  </a:lnTo>
                  <a:lnTo>
                    <a:pt x="1090371" y="82473"/>
                  </a:lnTo>
                  <a:lnTo>
                    <a:pt x="1042454" y="81292"/>
                  </a:lnTo>
                  <a:lnTo>
                    <a:pt x="994537" y="82473"/>
                  </a:lnTo>
                  <a:lnTo>
                    <a:pt x="947216" y="85966"/>
                  </a:lnTo>
                  <a:lnTo>
                    <a:pt x="900544" y="91732"/>
                  </a:lnTo>
                  <a:lnTo>
                    <a:pt x="854595" y="99707"/>
                  </a:lnTo>
                  <a:lnTo>
                    <a:pt x="809396" y="109842"/>
                  </a:lnTo>
                  <a:lnTo>
                    <a:pt x="765035" y="122072"/>
                  </a:lnTo>
                  <a:lnTo>
                    <a:pt x="721550" y="136347"/>
                  </a:lnTo>
                  <a:lnTo>
                    <a:pt x="678992" y="152603"/>
                  </a:lnTo>
                  <a:lnTo>
                    <a:pt x="637425" y="170802"/>
                  </a:lnTo>
                  <a:lnTo>
                    <a:pt x="596900" y="190868"/>
                  </a:lnTo>
                  <a:lnTo>
                    <a:pt x="557479" y="212763"/>
                  </a:lnTo>
                  <a:lnTo>
                    <a:pt x="519214" y="236423"/>
                  </a:lnTo>
                  <a:lnTo>
                    <a:pt x="482155" y="261797"/>
                  </a:lnTo>
                  <a:lnTo>
                    <a:pt x="446366" y="288823"/>
                  </a:lnTo>
                  <a:lnTo>
                    <a:pt x="411899" y="317436"/>
                  </a:lnTo>
                  <a:lnTo>
                    <a:pt x="378815" y="347611"/>
                  </a:lnTo>
                  <a:lnTo>
                    <a:pt x="347154" y="379272"/>
                  </a:lnTo>
                  <a:lnTo>
                    <a:pt x="316979" y="412356"/>
                  </a:lnTo>
                  <a:lnTo>
                    <a:pt x="288353" y="446824"/>
                  </a:lnTo>
                  <a:lnTo>
                    <a:pt x="261340" y="482612"/>
                  </a:lnTo>
                  <a:lnTo>
                    <a:pt x="235966" y="519671"/>
                  </a:lnTo>
                  <a:lnTo>
                    <a:pt x="212305" y="557936"/>
                  </a:lnTo>
                  <a:lnTo>
                    <a:pt x="190411" y="597357"/>
                  </a:lnTo>
                  <a:lnTo>
                    <a:pt x="170332" y="637882"/>
                  </a:lnTo>
                  <a:lnTo>
                    <a:pt x="152146" y="679450"/>
                  </a:lnTo>
                  <a:lnTo>
                    <a:pt x="135877" y="721995"/>
                  </a:lnTo>
                  <a:lnTo>
                    <a:pt x="121602" y="765492"/>
                  </a:lnTo>
                  <a:lnTo>
                    <a:pt x="109372" y="809853"/>
                  </a:lnTo>
                  <a:lnTo>
                    <a:pt x="99250" y="855040"/>
                  </a:lnTo>
                  <a:lnTo>
                    <a:pt x="91262" y="901001"/>
                  </a:lnTo>
                  <a:lnTo>
                    <a:pt x="85496" y="947661"/>
                  </a:lnTo>
                  <a:lnTo>
                    <a:pt x="82003" y="994994"/>
                  </a:lnTo>
                  <a:lnTo>
                    <a:pt x="81495" y="1015390"/>
                  </a:lnTo>
                  <a:lnTo>
                    <a:pt x="2003412" y="1015390"/>
                  </a:lnTo>
                  <a:close/>
                </a:path>
                <a:path w="2085339" h="1016000">
                  <a:moveTo>
                    <a:pt x="2084882" y="1015390"/>
                  </a:moveTo>
                  <a:lnTo>
                    <a:pt x="2081237" y="948118"/>
                  </a:lnTo>
                  <a:lnTo>
                    <a:pt x="2075967" y="901573"/>
                  </a:lnTo>
                  <a:lnTo>
                    <a:pt x="2068677" y="855662"/>
                  </a:lnTo>
                  <a:lnTo>
                    <a:pt x="2059393" y="810450"/>
                  </a:lnTo>
                  <a:lnTo>
                    <a:pt x="2048179" y="765949"/>
                  </a:lnTo>
                  <a:lnTo>
                    <a:pt x="2035086" y="722236"/>
                  </a:lnTo>
                  <a:lnTo>
                    <a:pt x="2020150" y="679335"/>
                  </a:lnTo>
                  <a:lnTo>
                    <a:pt x="2003412" y="637298"/>
                  </a:lnTo>
                  <a:lnTo>
                    <a:pt x="1984921" y="596188"/>
                  </a:lnTo>
                  <a:lnTo>
                    <a:pt x="1964740" y="556031"/>
                  </a:lnTo>
                  <a:lnTo>
                    <a:pt x="1942896" y="516877"/>
                  </a:lnTo>
                  <a:lnTo>
                    <a:pt x="1919439" y="478777"/>
                  </a:lnTo>
                  <a:lnTo>
                    <a:pt x="1894433" y="441782"/>
                  </a:lnTo>
                  <a:lnTo>
                    <a:pt x="1867903" y="405930"/>
                  </a:lnTo>
                  <a:lnTo>
                    <a:pt x="1839899" y="371271"/>
                  </a:lnTo>
                  <a:lnTo>
                    <a:pt x="1810473" y="337845"/>
                  </a:lnTo>
                  <a:lnTo>
                    <a:pt x="1779663" y="305701"/>
                  </a:lnTo>
                  <a:lnTo>
                    <a:pt x="1747532" y="274904"/>
                  </a:lnTo>
                  <a:lnTo>
                    <a:pt x="1714106" y="245478"/>
                  </a:lnTo>
                  <a:lnTo>
                    <a:pt x="1679448" y="217474"/>
                  </a:lnTo>
                  <a:lnTo>
                    <a:pt x="1643595" y="190931"/>
                  </a:lnTo>
                  <a:lnTo>
                    <a:pt x="1606600" y="165925"/>
                  </a:lnTo>
                  <a:lnTo>
                    <a:pt x="1568500" y="142468"/>
                  </a:lnTo>
                  <a:lnTo>
                    <a:pt x="1529346" y="120624"/>
                  </a:lnTo>
                  <a:lnTo>
                    <a:pt x="1489189" y="100431"/>
                  </a:lnTo>
                  <a:lnTo>
                    <a:pt x="1447888" y="81876"/>
                  </a:lnTo>
                  <a:lnTo>
                    <a:pt x="1406004" y="65201"/>
                  </a:lnTo>
                  <a:lnTo>
                    <a:pt x="1363141" y="50279"/>
                  </a:lnTo>
                  <a:lnTo>
                    <a:pt x="1319428" y="37172"/>
                  </a:lnTo>
                  <a:lnTo>
                    <a:pt x="1274927" y="25958"/>
                  </a:lnTo>
                  <a:lnTo>
                    <a:pt x="1229702" y="16687"/>
                  </a:lnTo>
                  <a:lnTo>
                    <a:pt x="1183805" y="9385"/>
                  </a:lnTo>
                  <a:lnTo>
                    <a:pt x="1137259" y="4127"/>
                  </a:lnTo>
                  <a:lnTo>
                    <a:pt x="1090129" y="927"/>
                  </a:lnTo>
                  <a:lnTo>
                    <a:pt x="1049058" y="0"/>
                  </a:lnTo>
                  <a:lnTo>
                    <a:pt x="1035850" y="0"/>
                  </a:lnTo>
                  <a:lnTo>
                    <a:pt x="994714" y="927"/>
                  </a:lnTo>
                  <a:lnTo>
                    <a:pt x="947534" y="4140"/>
                  </a:lnTo>
                  <a:lnTo>
                    <a:pt x="900950" y="9410"/>
                  </a:lnTo>
                  <a:lnTo>
                    <a:pt x="855027" y="16725"/>
                  </a:lnTo>
                  <a:lnTo>
                    <a:pt x="809815" y="26009"/>
                  </a:lnTo>
                  <a:lnTo>
                    <a:pt x="765365" y="37211"/>
                  </a:lnTo>
                  <a:lnTo>
                    <a:pt x="721715" y="50292"/>
                  </a:lnTo>
                  <a:lnTo>
                    <a:pt x="678865" y="65214"/>
                  </a:lnTo>
                  <a:lnTo>
                    <a:pt x="636841" y="81953"/>
                  </a:lnTo>
                  <a:lnTo>
                    <a:pt x="595718" y="100431"/>
                  </a:lnTo>
                  <a:lnTo>
                    <a:pt x="555561" y="120624"/>
                  </a:lnTo>
                  <a:lnTo>
                    <a:pt x="516420" y="142468"/>
                  </a:lnTo>
                  <a:lnTo>
                    <a:pt x="478320" y="165925"/>
                  </a:lnTo>
                  <a:lnTo>
                    <a:pt x="441312" y="190931"/>
                  </a:lnTo>
                  <a:lnTo>
                    <a:pt x="405460" y="217474"/>
                  </a:lnTo>
                  <a:lnTo>
                    <a:pt x="370801" y="245478"/>
                  </a:lnTo>
                  <a:lnTo>
                    <a:pt x="337375" y="274904"/>
                  </a:lnTo>
                  <a:lnTo>
                    <a:pt x="305244" y="305701"/>
                  </a:lnTo>
                  <a:lnTo>
                    <a:pt x="274434" y="337845"/>
                  </a:lnTo>
                  <a:lnTo>
                    <a:pt x="245008" y="371271"/>
                  </a:lnTo>
                  <a:lnTo>
                    <a:pt x="217004" y="405930"/>
                  </a:lnTo>
                  <a:lnTo>
                    <a:pt x="190474" y="441782"/>
                  </a:lnTo>
                  <a:lnTo>
                    <a:pt x="165455" y="478777"/>
                  </a:lnTo>
                  <a:lnTo>
                    <a:pt x="141998" y="516877"/>
                  </a:lnTo>
                  <a:lnTo>
                    <a:pt x="120154" y="556031"/>
                  </a:lnTo>
                  <a:lnTo>
                    <a:pt x="99974" y="596188"/>
                  </a:lnTo>
                  <a:lnTo>
                    <a:pt x="81483" y="637298"/>
                  </a:lnTo>
                  <a:lnTo>
                    <a:pt x="64744" y="679335"/>
                  </a:lnTo>
                  <a:lnTo>
                    <a:pt x="49809" y="722236"/>
                  </a:lnTo>
                  <a:lnTo>
                    <a:pt x="36703" y="765949"/>
                  </a:lnTo>
                  <a:lnTo>
                    <a:pt x="25501" y="810450"/>
                  </a:lnTo>
                  <a:lnTo>
                    <a:pt x="16217" y="855662"/>
                  </a:lnTo>
                  <a:lnTo>
                    <a:pt x="8928" y="901573"/>
                  </a:lnTo>
                  <a:lnTo>
                    <a:pt x="3657" y="948118"/>
                  </a:lnTo>
                  <a:lnTo>
                    <a:pt x="457" y="995235"/>
                  </a:lnTo>
                  <a:lnTo>
                    <a:pt x="0" y="1015390"/>
                  </a:lnTo>
                  <a:lnTo>
                    <a:pt x="27228" y="1015390"/>
                  </a:lnTo>
                  <a:lnTo>
                    <a:pt x="27698" y="995159"/>
                  </a:lnTo>
                  <a:lnTo>
                    <a:pt x="30988" y="947978"/>
                  </a:lnTo>
                  <a:lnTo>
                    <a:pt x="36423" y="901395"/>
                  </a:lnTo>
                  <a:lnTo>
                    <a:pt x="43929" y="855484"/>
                  </a:lnTo>
                  <a:lnTo>
                    <a:pt x="53467" y="810272"/>
                  </a:lnTo>
                  <a:lnTo>
                    <a:pt x="64998" y="765810"/>
                  </a:lnTo>
                  <a:lnTo>
                    <a:pt x="78473" y="722172"/>
                  </a:lnTo>
                  <a:lnTo>
                    <a:pt x="93827" y="679373"/>
                  </a:lnTo>
                  <a:lnTo>
                    <a:pt x="111023" y="637489"/>
                  </a:lnTo>
                  <a:lnTo>
                    <a:pt x="130009" y="596557"/>
                  </a:lnTo>
                  <a:lnTo>
                    <a:pt x="150736" y="556628"/>
                  </a:lnTo>
                  <a:lnTo>
                    <a:pt x="173151" y="517740"/>
                  </a:lnTo>
                  <a:lnTo>
                    <a:pt x="197205" y="479971"/>
                  </a:lnTo>
                  <a:lnTo>
                    <a:pt x="222859" y="443344"/>
                  </a:lnTo>
                  <a:lnTo>
                    <a:pt x="250050" y="407911"/>
                  </a:lnTo>
                  <a:lnTo>
                    <a:pt x="278739" y="373735"/>
                  </a:lnTo>
                  <a:lnTo>
                    <a:pt x="308876" y="340855"/>
                  </a:lnTo>
                  <a:lnTo>
                    <a:pt x="340410" y="309333"/>
                  </a:lnTo>
                  <a:lnTo>
                    <a:pt x="373291" y="279196"/>
                  </a:lnTo>
                  <a:lnTo>
                    <a:pt x="407466" y="250507"/>
                  </a:lnTo>
                  <a:lnTo>
                    <a:pt x="442887" y="223304"/>
                  </a:lnTo>
                  <a:lnTo>
                    <a:pt x="479513" y="197650"/>
                  </a:lnTo>
                  <a:lnTo>
                    <a:pt x="517296" y="173596"/>
                  </a:lnTo>
                  <a:lnTo>
                    <a:pt x="556171" y="151180"/>
                  </a:lnTo>
                  <a:lnTo>
                    <a:pt x="596099" y="130454"/>
                  </a:lnTo>
                  <a:lnTo>
                    <a:pt x="637032" y="111467"/>
                  </a:lnTo>
                  <a:lnTo>
                    <a:pt x="678865" y="94297"/>
                  </a:lnTo>
                  <a:lnTo>
                    <a:pt x="721715" y="78917"/>
                  </a:lnTo>
                  <a:lnTo>
                    <a:pt x="765365" y="65443"/>
                  </a:lnTo>
                  <a:lnTo>
                    <a:pt x="809980" y="53886"/>
                  </a:lnTo>
                  <a:lnTo>
                    <a:pt x="855205" y="44335"/>
                  </a:lnTo>
                  <a:lnTo>
                    <a:pt x="901115" y="36842"/>
                  </a:lnTo>
                  <a:lnTo>
                    <a:pt x="947534" y="31432"/>
                  </a:lnTo>
                  <a:lnTo>
                    <a:pt x="994714" y="28143"/>
                  </a:lnTo>
                  <a:lnTo>
                    <a:pt x="1042466" y="27038"/>
                  </a:lnTo>
                  <a:lnTo>
                    <a:pt x="1090129" y="28143"/>
                  </a:lnTo>
                  <a:lnTo>
                    <a:pt x="1137399" y="31432"/>
                  </a:lnTo>
                  <a:lnTo>
                    <a:pt x="1183982" y="36855"/>
                  </a:lnTo>
                  <a:lnTo>
                    <a:pt x="1229893" y="44373"/>
                  </a:lnTo>
                  <a:lnTo>
                    <a:pt x="1275105" y="53911"/>
                  </a:lnTo>
                  <a:lnTo>
                    <a:pt x="1319555" y="65443"/>
                  </a:lnTo>
                  <a:lnTo>
                    <a:pt x="1363141" y="78892"/>
                  </a:lnTo>
                  <a:lnTo>
                    <a:pt x="1406004" y="94272"/>
                  </a:lnTo>
                  <a:lnTo>
                    <a:pt x="1448079" y="111556"/>
                  </a:lnTo>
                  <a:lnTo>
                    <a:pt x="1488821" y="130454"/>
                  </a:lnTo>
                  <a:lnTo>
                    <a:pt x="1528749" y="151180"/>
                  </a:lnTo>
                  <a:lnTo>
                    <a:pt x="1567624" y="173596"/>
                  </a:lnTo>
                  <a:lnTo>
                    <a:pt x="1605407" y="197650"/>
                  </a:lnTo>
                  <a:lnTo>
                    <a:pt x="1642033" y="223304"/>
                  </a:lnTo>
                  <a:lnTo>
                    <a:pt x="1677454" y="250494"/>
                  </a:lnTo>
                  <a:lnTo>
                    <a:pt x="1711629" y="279196"/>
                  </a:lnTo>
                  <a:lnTo>
                    <a:pt x="1744510" y="309333"/>
                  </a:lnTo>
                  <a:lnTo>
                    <a:pt x="1776044" y="340855"/>
                  </a:lnTo>
                  <a:lnTo>
                    <a:pt x="1806181" y="373735"/>
                  </a:lnTo>
                  <a:lnTo>
                    <a:pt x="1834870" y="407924"/>
                  </a:lnTo>
                  <a:lnTo>
                    <a:pt x="1862061" y="443344"/>
                  </a:lnTo>
                  <a:lnTo>
                    <a:pt x="1887715" y="479971"/>
                  </a:lnTo>
                  <a:lnTo>
                    <a:pt x="1911769" y="517753"/>
                  </a:lnTo>
                  <a:lnTo>
                    <a:pt x="1934184" y="556628"/>
                  </a:lnTo>
                  <a:lnTo>
                    <a:pt x="1954911" y="596557"/>
                  </a:lnTo>
                  <a:lnTo>
                    <a:pt x="1973897" y="637489"/>
                  </a:lnTo>
                  <a:lnTo>
                    <a:pt x="1991093" y="679373"/>
                  </a:lnTo>
                  <a:lnTo>
                    <a:pt x="2006447" y="722172"/>
                  </a:lnTo>
                  <a:lnTo>
                    <a:pt x="2019922" y="765822"/>
                  </a:lnTo>
                  <a:lnTo>
                    <a:pt x="2031453" y="810272"/>
                  </a:lnTo>
                  <a:lnTo>
                    <a:pt x="2040991" y="855484"/>
                  </a:lnTo>
                  <a:lnTo>
                    <a:pt x="2048497" y="901395"/>
                  </a:lnTo>
                  <a:lnTo>
                    <a:pt x="2053920" y="947978"/>
                  </a:lnTo>
                  <a:lnTo>
                    <a:pt x="2057222" y="995159"/>
                  </a:lnTo>
                  <a:lnTo>
                    <a:pt x="2057692" y="1015390"/>
                  </a:lnTo>
                  <a:lnTo>
                    <a:pt x="2084882" y="1015390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2289" y="5895060"/>
              <a:ext cx="1838018" cy="18383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1142" y="6003476"/>
              <a:ext cx="1612026" cy="16120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32138" y="7733499"/>
              <a:ext cx="38100" cy="267335"/>
            </a:xfrm>
            <a:custGeom>
              <a:avLst/>
              <a:gdLst/>
              <a:ahLst/>
              <a:cxnLst/>
              <a:rect l="l" t="t" r="r" b="b"/>
              <a:pathLst>
                <a:path w="38100" h="267334">
                  <a:moveTo>
                    <a:pt x="0" y="21579"/>
                  </a:moveTo>
                  <a:lnTo>
                    <a:pt x="0" y="16523"/>
                  </a:lnTo>
                  <a:lnTo>
                    <a:pt x="483" y="1409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21579"/>
                  </a:lnTo>
                  <a:lnTo>
                    <a:pt x="21576" y="38103"/>
                  </a:lnTo>
                  <a:lnTo>
                    <a:pt x="16523" y="38103"/>
                  </a:lnTo>
                  <a:lnTo>
                    <a:pt x="0" y="21579"/>
                  </a:lnTo>
                  <a:close/>
                </a:path>
                <a:path w="38100" h="267334">
                  <a:moveTo>
                    <a:pt x="0" y="97783"/>
                  </a:moveTo>
                  <a:lnTo>
                    <a:pt x="0" y="92727"/>
                  </a:lnTo>
                  <a:lnTo>
                    <a:pt x="483" y="90297"/>
                  </a:lnTo>
                  <a:lnTo>
                    <a:pt x="16523" y="76203"/>
                  </a:lnTo>
                  <a:lnTo>
                    <a:pt x="21576" y="76203"/>
                  </a:lnTo>
                  <a:lnTo>
                    <a:pt x="38099" y="92727"/>
                  </a:lnTo>
                  <a:lnTo>
                    <a:pt x="38099" y="97783"/>
                  </a:lnTo>
                  <a:lnTo>
                    <a:pt x="21576" y="114307"/>
                  </a:lnTo>
                  <a:lnTo>
                    <a:pt x="16523" y="114307"/>
                  </a:lnTo>
                  <a:lnTo>
                    <a:pt x="0" y="97783"/>
                  </a:lnTo>
                  <a:close/>
                </a:path>
                <a:path w="38100" h="267334">
                  <a:moveTo>
                    <a:pt x="0" y="173987"/>
                  </a:moveTo>
                  <a:lnTo>
                    <a:pt x="0" y="168931"/>
                  </a:lnTo>
                  <a:lnTo>
                    <a:pt x="483" y="166501"/>
                  </a:lnTo>
                  <a:lnTo>
                    <a:pt x="16523" y="152407"/>
                  </a:lnTo>
                  <a:lnTo>
                    <a:pt x="21576" y="152407"/>
                  </a:lnTo>
                  <a:lnTo>
                    <a:pt x="38099" y="168931"/>
                  </a:lnTo>
                  <a:lnTo>
                    <a:pt x="38099" y="173987"/>
                  </a:lnTo>
                  <a:lnTo>
                    <a:pt x="21576" y="190511"/>
                  </a:lnTo>
                  <a:lnTo>
                    <a:pt x="16523" y="190511"/>
                  </a:lnTo>
                  <a:lnTo>
                    <a:pt x="0" y="173987"/>
                  </a:lnTo>
                  <a:close/>
                </a:path>
                <a:path w="38100" h="267334">
                  <a:moveTo>
                    <a:pt x="0" y="250191"/>
                  </a:moveTo>
                  <a:lnTo>
                    <a:pt x="0" y="245135"/>
                  </a:lnTo>
                  <a:lnTo>
                    <a:pt x="483" y="242705"/>
                  </a:lnTo>
                  <a:lnTo>
                    <a:pt x="16523" y="228611"/>
                  </a:lnTo>
                  <a:lnTo>
                    <a:pt x="21576" y="228611"/>
                  </a:lnTo>
                  <a:lnTo>
                    <a:pt x="38099" y="245135"/>
                  </a:lnTo>
                  <a:lnTo>
                    <a:pt x="38099" y="250191"/>
                  </a:lnTo>
                  <a:lnTo>
                    <a:pt x="21576" y="266715"/>
                  </a:lnTo>
                  <a:lnTo>
                    <a:pt x="16523" y="266715"/>
                  </a:lnTo>
                  <a:lnTo>
                    <a:pt x="0" y="250191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4988" y="8048945"/>
              <a:ext cx="152399" cy="15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69207" y="6812825"/>
              <a:ext cx="2085339" cy="1016000"/>
            </a:xfrm>
            <a:custGeom>
              <a:avLst/>
              <a:gdLst/>
              <a:ahLst/>
              <a:cxnLst/>
              <a:rect l="l" t="t" r="r" b="b"/>
              <a:pathLst>
                <a:path w="2085339" h="1016000">
                  <a:moveTo>
                    <a:pt x="2003386" y="0"/>
                  </a:moveTo>
                  <a:lnTo>
                    <a:pt x="81470" y="0"/>
                  </a:lnTo>
                  <a:lnTo>
                    <a:pt x="81978" y="20396"/>
                  </a:lnTo>
                  <a:lnTo>
                    <a:pt x="85471" y="67716"/>
                  </a:lnTo>
                  <a:lnTo>
                    <a:pt x="91236" y="114388"/>
                  </a:lnTo>
                  <a:lnTo>
                    <a:pt x="99212" y="160337"/>
                  </a:lnTo>
                  <a:lnTo>
                    <a:pt x="109347" y="205524"/>
                  </a:lnTo>
                  <a:lnTo>
                    <a:pt x="121577" y="249897"/>
                  </a:lnTo>
                  <a:lnTo>
                    <a:pt x="135851" y="293382"/>
                  </a:lnTo>
                  <a:lnTo>
                    <a:pt x="152120" y="335940"/>
                  </a:lnTo>
                  <a:lnTo>
                    <a:pt x="170307" y="377507"/>
                  </a:lnTo>
                  <a:lnTo>
                    <a:pt x="190385" y="418020"/>
                  </a:lnTo>
                  <a:lnTo>
                    <a:pt x="212280" y="457454"/>
                  </a:lnTo>
                  <a:lnTo>
                    <a:pt x="235940" y="495719"/>
                  </a:lnTo>
                  <a:lnTo>
                    <a:pt x="261302" y="532765"/>
                  </a:lnTo>
                  <a:lnTo>
                    <a:pt x="288328" y="568553"/>
                  </a:lnTo>
                  <a:lnTo>
                    <a:pt x="316953" y="603021"/>
                  </a:lnTo>
                  <a:lnTo>
                    <a:pt x="347129" y="636117"/>
                  </a:lnTo>
                  <a:lnTo>
                    <a:pt x="378790" y="667766"/>
                  </a:lnTo>
                  <a:lnTo>
                    <a:pt x="411873" y="697941"/>
                  </a:lnTo>
                  <a:lnTo>
                    <a:pt x="446341" y="726567"/>
                  </a:lnTo>
                  <a:lnTo>
                    <a:pt x="482130" y="753592"/>
                  </a:lnTo>
                  <a:lnTo>
                    <a:pt x="519188" y="778954"/>
                  </a:lnTo>
                  <a:lnTo>
                    <a:pt x="557453" y="802614"/>
                  </a:lnTo>
                  <a:lnTo>
                    <a:pt x="596874" y="824509"/>
                  </a:lnTo>
                  <a:lnTo>
                    <a:pt x="637400" y="844575"/>
                  </a:lnTo>
                  <a:lnTo>
                    <a:pt x="678967" y="862774"/>
                  </a:lnTo>
                  <a:lnTo>
                    <a:pt x="721525" y="879030"/>
                  </a:lnTo>
                  <a:lnTo>
                    <a:pt x="765009" y="893305"/>
                  </a:lnTo>
                  <a:lnTo>
                    <a:pt x="809383" y="905535"/>
                  </a:lnTo>
                  <a:lnTo>
                    <a:pt x="854570" y="915670"/>
                  </a:lnTo>
                  <a:lnTo>
                    <a:pt x="900518" y="923645"/>
                  </a:lnTo>
                  <a:lnTo>
                    <a:pt x="947191" y="929411"/>
                  </a:lnTo>
                  <a:lnTo>
                    <a:pt x="994511" y="932903"/>
                  </a:lnTo>
                  <a:lnTo>
                    <a:pt x="1042441" y="934085"/>
                  </a:lnTo>
                  <a:lnTo>
                    <a:pt x="1090358" y="932903"/>
                  </a:lnTo>
                  <a:lnTo>
                    <a:pt x="1137678" y="929411"/>
                  </a:lnTo>
                  <a:lnTo>
                    <a:pt x="1184351" y="923645"/>
                  </a:lnTo>
                  <a:lnTo>
                    <a:pt x="1230299" y="915670"/>
                  </a:lnTo>
                  <a:lnTo>
                    <a:pt x="1275486" y="905535"/>
                  </a:lnTo>
                  <a:lnTo>
                    <a:pt x="1319860" y="893305"/>
                  </a:lnTo>
                  <a:lnTo>
                    <a:pt x="1363345" y="879030"/>
                  </a:lnTo>
                  <a:lnTo>
                    <a:pt x="1405902" y="862774"/>
                  </a:lnTo>
                  <a:lnTo>
                    <a:pt x="1447469" y="844575"/>
                  </a:lnTo>
                  <a:lnTo>
                    <a:pt x="1487982" y="824509"/>
                  </a:lnTo>
                  <a:lnTo>
                    <a:pt x="1527403" y="802614"/>
                  </a:lnTo>
                  <a:lnTo>
                    <a:pt x="1565668" y="778954"/>
                  </a:lnTo>
                  <a:lnTo>
                    <a:pt x="1602727" y="753592"/>
                  </a:lnTo>
                  <a:lnTo>
                    <a:pt x="1638515" y="726567"/>
                  </a:lnTo>
                  <a:lnTo>
                    <a:pt x="1672983" y="697941"/>
                  </a:lnTo>
                  <a:lnTo>
                    <a:pt x="1706079" y="667766"/>
                  </a:lnTo>
                  <a:lnTo>
                    <a:pt x="1737741" y="636117"/>
                  </a:lnTo>
                  <a:lnTo>
                    <a:pt x="1767903" y="603021"/>
                  </a:lnTo>
                  <a:lnTo>
                    <a:pt x="1796529" y="568553"/>
                  </a:lnTo>
                  <a:lnTo>
                    <a:pt x="1823554" y="532765"/>
                  </a:lnTo>
                  <a:lnTo>
                    <a:pt x="1848929" y="495719"/>
                  </a:lnTo>
                  <a:lnTo>
                    <a:pt x="1872589" y="457441"/>
                  </a:lnTo>
                  <a:lnTo>
                    <a:pt x="1894484" y="418020"/>
                  </a:lnTo>
                  <a:lnTo>
                    <a:pt x="1914550" y="377507"/>
                  </a:lnTo>
                  <a:lnTo>
                    <a:pt x="1932749" y="335940"/>
                  </a:lnTo>
                  <a:lnTo>
                    <a:pt x="1949005" y="293382"/>
                  </a:lnTo>
                  <a:lnTo>
                    <a:pt x="1963280" y="249897"/>
                  </a:lnTo>
                  <a:lnTo>
                    <a:pt x="1975510" y="205524"/>
                  </a:lnTo>
                  <a:lnTo>
                    <a:pt x="1985645" y="160337"/>
                  </a:lnTo>
                  <a:lnTo>
                    <a:pt x="1993620" y="114376"/>
                  </a:lnTo>
                  <a:lnTo>
                    <a:pt x="1999386" y="67716"/>
                  </a:lnTo>
                  <a:lnTo>
                    <a:pt x="2002891" y="20396"/>
                  </a:lnTo>
                  <a:lnTo>
                    <a:pt x="2003386" y="0"/>
                  </a:lnTo>
                  <a:close/>
                </a:path>
                <a:path w="2085339" h="1016000">
                  <a:moveTo>
                    <a:pt x="2084882" y="0"/>
                  </a:moveTo>
                  <a:lnTo>
                    <a:pt x="2057654" y="0"/>
                  </a:lnTo>
                  <a:lnTo>
                    <a:pt x="2057184" y="20218"/>
                  </a:lnTo>
                  <a:lnTo>
                    <a:pt x="2053894" y="67398"/>
                  </a:lnTo>
                  <a:lnTo>
                    <a:pt x="2048471" y="113982"/>
                  </a:lnTo>
                  <a:lnTo>
                    <a:pt x="2040966" y="159905"/>
                  </a:lnTo>
                  <a:lnTo>
                    <a:pt x="2031415" y="205117"/>
                  </a:lnTo>
                  <a:lnTo>
                    <a:pt x="2019884" y="249567"/>
                  </a:lnTo>
                  <a:lnTo>
                    <a:pt x="2006422" y="293217"/>
                  </a:lnTo>
                  <a:lnTo>
                    <a:pt x="1991067" y="336003"/>
                  </a:lnTo>
                  <a:lnTo>
                    <a:pt x="1973872" y="377888"/>
                  </a:lnTo>
                  <a:lnTo>
                    <a:pt x="1954885" y="418820"/>
                  </a:lnTo>
                  <a:lnTo>
                    <a:pt x="1934159" y="458762"/>
                  </a:lnTo>
                  <a:lnTo>
                    <a:pt x="1911743" y="497636"/>
                  </a:lnTo>
                  <a:lnTo>
                    <a:pt x="1887689" y="535406"/>
                  </a:lnTo>
                  <a:lnTo>
                    <a:pt x="1862035" y="572033"/>
                  </a:lnTo>
                  <a:lnTo>
                    <a:pt x="1834832" y="607466"/>
                  </a:lnTo>
                  <a:lnTo>
                    <a:pt x="1806143" y="641642"/>
                  </a:lnTo>
                  <a:lnTo>
                    <a:pt x="1776006" y="674522"/>
                  </a:lnTo>
                  <a:lnTo>
                    <a:pt x="1744484" y="706056"/>
                  </a:lnTo>
                  <a:lnTo>
                    <a:pt x="1711604" y="736193"/>
                  </a:lnTo>
                  <a:lnTo>
                    <a:pt x="1677428" y="764882"/>
                  </a:lnTo>
                  <a:lnTo>
                    <a:pt x="1641995" y="792073"/>
                  </a:lnTo>
                  <a:lnTo>
                    <a:pt x="1605368" y="817727"/>
                  </a:lnTo>
                  <a:lnTo>
                    <a:pt x="1567599" y="841781"/>
                  </a:lnTo>
                  <a:lnTo>
                    <a:pt x="1528711" y="864209"/>
                  </a:lnTo>
                  <a:lnTo>
                    <a:pt x="1488782" y="884936"/>
                  </a:lnTo>
                  <a:lnTo>
                    <a:pt x="1447850" y="903909"/>
                  </a:lnTo>
                  <a:lnTo>
                    <a:pt x="1406017" y="921092"/>
                  </a:lnTo>
                  <a:lnTo>
                    <a:pt x="1363167" y="936472"/>
                  </a:lnTo>
                  <a:lnTo>
                    <a:pt x="1319530" y="949934"/>
                  </a:lnTo>
                  <a:lnTo>
                    <a:pt x="1274902" y="961504"/>
                  </a:lnTo>
                  <a:lnTo>
                    <a:pt x="1229677" y="971042"/>
                  </a:lnTo>
                  <a:lnTo>
                    <a:pt x="1183779" y="978535"/>
                  </a:lnTo>
                  <a:lnTo>
                    <a:pt x="1137361" y="983945"/>
                  </a:lnTo>
                  <a:lnTo>
                    <a:pt x="1090168" y="987234"/>
                  </a:lnTo>
                  <a:lnTo>
                    <a:pt x="1042441" y="988339"/>
                  </a:lnTo>
                  <a:lnTo>
                    <a:pt x="994765" y="987234"/>
                  </a:lnTo>
                  <a:lnTo>
                    <a:pt x="947483" y="983945"/>
                  </a:lnTo>
                  <a:lnTo>
                    <a:pt x="900912" y="978522"/>
                  </a:lnTo>
                  <a:lnTo>
                    <a:pt x="854989" y="971016"/>
                  </a:lnTo>
                  <a:lnTo>
                    <a:pt x="809777" y="961466"/>
                  </a:lnTo>
                  <a:lnTo>
                    <a:pt x="765327" y="949934"/>
                  </a:lnTo>
                  <a:lnTo>
                    <a:pt x="721741" y="936485"/>
                  </a:lnTo>
                  <a:lnTo>
                    <a:pt x="678891" y="921105"/>
                  </a:lnTo>
                  <a:lnTo>
                    <a:pt x="636816" y="903833"/>
                  </a:lnTo>
                  <a:lnTo>
                    <a:pt x="596074" y="884936"/>
                  </a:lnTo>
                  <a:lnTo>
                    <a:pt x="556145" y="864209"/>
                  </a:lnTo>
                  <a:lnTo>
                    <a:pt x="517258" y="841794"/>
                  </a:lnTo>
                  <a:lnTo>
                    <a:pt x="479488" y="817727"/>
                  </a:lnTo>
                  <a:lnTo>
                    <a:pt x="442861" y="792073"/>
                  </a:lnTo>
                  <a:lnTo>
                    <a:pt x="407441" y="764882"/>
                  </a:lnTo>
                  <a:lnTo>
                    <a:pt x="373265" y="736193"/>
                  </a:lnTo>
                  <a:lnTo>
                    <a:pt x="340385" y="706056"/>
                  </a:lnTo>
                  <a:lnTo>
                    <a:pt x="308851" y="674522"/>
                  </a:lnTo>
                  <a:lnTo>
                    <a:pt x="278714" y="641642"/>
                  </a:lnTo>
                  <a:lnTo>
                    <a:pt x="250024" y="607466"/>
                  </a:lnTo>
                  <a:lnTo>
                    <a:pt x="222834" y="572033"/>
                  </a:lnTo>
                  <a:lnTo>
                    <a:pt x="197180" y="535406"/>
                  </a:lnTo>
                  <a:lnTo>
                    <a:pt x="173113" y="497636"/>
                  </a:lnTo>
                  <a:lnTo>
                    <a:pt x="150698" y="458749"/>
                  </a:lnTo>
                  <a:lnTo>
                    <a:pt x="129971" y="418820"/>
                  </a:lnTo>
                  <a:lnTo>
                    <a:pt x="110998" y="377888"/>
                  </a:lnTo>
                  <a:lnTo>
                    <a:pt x="93802" y="336003"/>
                  </a:lnTo>
                  <a:lnTo>
                    <a:pt x="78435" y="293217"/>
                  </a:lnTo>
                  <a:lnTo>
                    <a:pt x="64973" y="249567"/>
                  </a:lnTo>
                  <a:lnTo>
                    <a:pt x="53441" y="205105"/>
                  </a:lnTo>
                  <a:lnTo>
                    <a:pt x="43903" y="159905"/>
                  </a:lnTo>
                  <a:lnTo>
                    <a:pt x="36385" y="113982"/>
                  </a:lnTo>
                  <a:lnTo>
                    <a:pt x="30962" y="67398"/>
                  </a:lnTo>
                  <a:lnTo>
                    <a:pt x="27673" y="20218"/>
                  </a:lnTo>
                  <a:lnTo>
                    <a:pt x="27203" y="0"/>
                  </a:lnTo>
                  <a:lnTo>
                    <a:pt x="0" y="0"/>
                  </a:lnTo>
                  <a:lnTo>
                    <a:pt x="3657" y="67271"/>
                  </a:lnTo>
                  <a:lnTo>
                    <a:pt x="8928" y="113804"/>
                  </a:lnTo>
                  <a:lnTo>
                    <a:pt x="16217" y="159715"/>
                  </a:lnTo>
                  <a:lnTo>
                    <a:pt x="25488" y="204939"/>
                  </a:lnTo>
                  <a:lnTo>
                    <a:pt x="36703" y="249428"/>
                  </a:lnTo>
                  <a:lnTo>
                    <a:pt x="49809" y="293154"/>
                  </a:lnTo>
                  <a:lnTo>
                    <a:pt x="64744" y="336054"/>
                  </a:lnTo>
                  <a:lnTo>
                    <a:pt x="81483" y="378079"/>
                  </a:lnTo>
                  <a:lnTo>
                    <a:pt x="99961" y="419201"/>
                  </a:lnTo>
                  <a:lnTo>
                    <a:pt x="120154" y="459359"/>
                  </a:lnTo>
                  <a:lnTo>
                    <a:pt x="141998" y="498500"/>
                  </a:lnTo>
                  <a:lnTo>
                    <a:pt x="165442" y="536600"/>
                  </a:lnTo>
                  <a:lnTo>
                    <a:pt x="190461" y="573608"/>
                  </a:lnTo>
                  <a:lnTo>
                    <a:pt x="216992" y="609460"/>
                  </a:lnTo>
                  <a:lnTo>
                    <a:pt x="244995" y="644118"/>
                  </a:lnTo>
                  <a:lnTo>
                    <a:pt x="274421" y="677532"/>
                  </a:lnTo>
                  <a:lnTo>
                    <a:pt x="305231" y="709676"/>
                  </a:lnTo>
                  <a:lnTo>
                    <a:pt x="337362" y="740473"/>
                  </a:lnTo>
                  <a:lnTo>
                    <a:pt x="370789" y="769912"/>
                  </a:lnTo>
                  <a:lnTo>
                    <a:pt x="405447" y="797915"/>
                  </a:lnTo>
                  <a:lnTo>
                    <a:pt x="441299" y="824445"/>
                  </a:lnTo>
                  <a:lnTo>
                    <a:pt x="478294" y="849464"/>
                  </a:lnTo>
                  <a:lnTo>
                    <a:pt x="516394" y="872909"/>
                  </a:lnTo>
                  <a:lnTo>
                    <a:pt x="555536" y="894753"/>
                  </a:lnTo>
                  <a:lnTo>
                    <a:pt x="595693" y="914946"/>
                  </a:lnTo>
                  <a:lnTo>
                    <a:pt x="637006" y="933500"/>
                  </a:lnTo>
                  <a:lnTo>
                    <a:pt x="678891" y="950175"/>
                  </a:lnTo>
                  <a:lnTo>
                    <a:pt x="721741" y="965111"/>
                  </a:lnTo>
                  <a:lnTo>
                    <a:pt x="765467" y="978204"/>
                  </a:lnTo>
                  <a:lnTo>
                    <a:pt x="809967" y="989418"/>
                  </a:lnTo>
                  <a:lnTo>
                    <a:pt x="855179" y="998689"/>
                  </a:lnTo>
                  <a:lnTo>
                    <a:pt x="901090" y="1005992"/>
                  </a:lnTo>
                  <a:lnTo>
                    <a:pt x="947635" y="1011262"/>
                  </a:lnTo>
                  <a:lnTo>
                    <a:pt x="994765" y="1014450"/>
                  </a:lnTo>
                  <a:lnTo>
                    <a:pt x="1042441" y="1015415"/>
                  </a:lnTo>
                  <a:lnTo>
                    <a:pt x="1090168" y="1014450"/>
                  </a:lnTo>
                  <a:lnTo>
                    <a:pt x="1137361" y="1011250"/>
                  </a:lnTo>
                  <a:lnTo>
                    <a:pt x="1183944" y="1005967"/>
                  </a:lnTo>
                  <a:lnTo>
                    <a:pt x="1229855" y="998651"/>
                  </a:lnTo>
                  <a:lnTo>
                    <a:pt x="1275067" y="989380"/>
                  </a:lnTo>
                  <a:lnTo>
                    <a:pt x="1319530" y="978166"/>
                  </a:lnTo>
                  <a:lnTo>
                    <a:pt x="1363167" y="965085"/>
                  </a:lnTo>
                  <a:lnTo>
                    <a:pt x="1406017" y="950163"/>
                  </a:lnTo>
                  <a:lnTo>
                    <a:pt x="1448054" y="933424"/>
                  </a:lnTo>
                  <a:lnTo>
                    <a:pt x="1489163" y="914946"/>
                  </a:lnTo>
                  <a:lnTo>
                    <a:pt x="1529321" y="894753"/>
                  </a:lnTo>
                  <a:lnTo>
                    <a:pt x="1568475" y="872909"/>
                  </a:lnTo>
                  <a:lnTo>
                    <a:pt x="1606575" y="849464"/>
                  </a:lnTo>
                  <a:lnTo>
                    <a:pt x="1643570" y="824445"/>
                  </a:lnTo>
                  <a:lnTo>
                    <a:pt x="1679422" y="797915"/>
                  </a:lnTo>
                  <a:lnTo>
                    <a:pt x="1714080" y="769912"/>
                  </a:lnTo>
                  <a:lnTo>
                    <a:pt x="1747507" y="740473"/>
                  </a:lnTo>
                  <a:lnTo>
                    <a:pt x="1779651" y="709676"/>
                  </a:lnTo>
                  <a:lnTo>
                    <a:pt x="1810448" y="677532"/>
                  </a:lnTo>
                  <a:lnTo>
                    <a:pt x="1839874" y="644118"/>
                  </a:lnTo>
                  <a:lnTo>
                    <a:pt x="1867890" y="609460"/>
                  </a:lnTo>
                  <a:lnTo>
                    <a:pt x="1894420" y="573608"/>
                  </a:lnTo>
                  <a:lnTo>
                    <a:pt x="1919439" y="536600"/>
                  </a:lnTo>
                  <a:lnTo>
                    <a:pt x="1942884" y="498500"/>
                  </a:lnTo>
                  <a:lnTo>
                    <a:pt x="1964728" y="459359"/>
                  </a:lnTo>
                  <a:lnTo>
                    <a:pt x="1984921" y="419201"/>
                  </a:lnTo>
                  <a:lnTo>
                    <a:pt x="2003399" y="378079"/>
                  </a:lnTo>
                  <a:lnTo>
                    <a:pt x="2020138" y="336054"/>
                  </a:lnTo>
                  <a:lnTo>
                    <a:pt x="2035086" y="293154"/>
                  </a:lnTo>
                  <a:lnTo>
                    <a:pt x="2048179" y="249428"/>
                  </a:lnTo>
                  <a:lnTo>
                    <a:pt x="2059393" y="204939"/>
                  </a:lnTo>
                  <a:lnTo>
                    <a:pt x="2068664" y="159715"/>
                  </a:lnTo>
                  <a:lnTo>
                    <a:pt x="2075967" y="113804"/>
                  </a:lnTo>
                  <a:lnTo>
                    <a:pt x="2081237" y="67271"/>
                  </a:lnTo>
                  <a:lnTo>
                    <a:pt x="2084425" y="20142"/>
                  </a:lnTo>
                  <a:lnTo>
                    <a:pt x="2084882" y="0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1319" y="5895060"/>
              <a:ext cx="1838018" cy="18383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0172" y="6003476"/>
              <a:ext cx="1612026" cy="16120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63429" y="5625128"/>
              <a:ext cx="40005" cy="267335"/>
            </a:xfrm>
            <a:custGeom>
              <a:avLst/>
              <a:gdLst/>
              <a:ahLst/>
              <a:cxnLst/>
              <a:rect l="l" t="t" r="r" b="b"/>
              <a:pathLst>
                <a:path w="40004" h="267335">
                  <a:moveTo>
                    <a:pt x="39671" y="245015"/>
                  </a:moveTo>
                  <a:lnTo>
                    <a:pt x="18244" y="266743"/>
                  </a:lnTo>
                  <a:lnTo>
                    <a:pt x="15810" y="266277"/>
                  </a:lnTo>
                  <a:lnTo>
                    <a:pt x="1572" y="245277"/>
                  </a:lnTo>
                  <a:lnTo>
                    <a:pt x="2038" y="242844"/>
                  </a:lnTo>
                  <a:lnTo>
                    <a:pt x="23034" y="228606"/>
                  </a:lnTo>
                  <a:lnTo>
                    <a:pt x="25467" y="229072"/>
                  </a:lnTo>
                  <a:lnTo>
                    <a:pt x="39671" y="245015"/>
                  </a:lnTo>
                  <a:close/>
                </a:path>
                <a:path w="40004" h="267335">
                  <a:moveTo>
                    <a:pt x="39147" y="168813"/>
                  </a:moveTo>
                  <a:lnTo>
                    <a:pt x="17720" y="190541"/>
                  </a:lnTo>
                  <a:lnTo>
                    <a:pt x="15286" y="190075"/>
                  </a:lnTo>
                  <a:lnTo>
                    <a:pt x="1048" y="169075"/>
                  </a:lnTo>
                  <a:lnTo>
                    <a:pt x="1514" y="166642"/>
                  </a:lnTo>
                  <a:lnTo>
                    <a:pt x="22510" y="152404"/>
                  </a:lnTo>
                  <a:lnTo>
                    <a:pt x="24943" y="152870"/>
                  </a:lnTo>
                  <a:lnTo>
                    <a:pt x="39147" y="168813"/>
                  </a:lnTo>
                  <a:close/>
                </a:path>
                <a:path w="40004" h="267335">
                  <a:moveTo>
                    <a:pt x="38623" y="92611"/>
                  </a:moveTo>
                  <a:lnTo>
                    <a:pt x="17195" y="114339"/>
                  </a:lnTo>
                  <a:lnTo>
                    <a:pt x="14762" y="113873"/>
                  </a:lnTo>
                  <a:lnTo>
                    <a:pt x="524" y="92873"/>
                  </a:lnTo>
                  <a:lnTo>
                    <a:pt x="990" y="90440"/>
                  </a:lnTo>
                  <a:lnTo>
                    <a:pt x="21986" y="76202"/>
                  </a:lnTo>
                  <a:lnTo>
                    <a:pt x="24419" y="76668"/>
                  </a:lnTo>
                  <a:lnTo>
                    <a:pt x="38623" y="92611"/>
                  </a:lnTo>
                  <a:close/>
                </a:path>
                <a:path w="40004" h="267335">
                  <a:moveTo>
                    <a:pt x="38099" y="16409"/>
                  </a:moveTo>
                  <a:lnTo>
                    <a:pt x="16671" y="38137"/>
                  </a:lnTo>
                  <a:lnTo>
                    <a:pt x="14238" y="37671"/>
                  </a:lnTo>
                  <a:lnTo>
                    <a:pt x="0" y="16671"/>
                  </a:lnTo>
                  <a:lnTo>
                    <a:pt x="466" y="14238"/>
                  </a:lnTo>
                  <a:lnTo>
                    <a:pt x="21462" y="0"/>
                  </a:lnTo>
                  <a:lnTo>
                    <a:pt x="23895" y="466"/>
                  </a:lnTo>
                  <a:lnTo>
                    <a:pt x="38099" y="16409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05307" y="5424019"/>
              <a:ext cx="152397" cy="1523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25680" y="5797435"/>
              <a:ext cx="2085339" cy="1016000"/>
            </a:xfrm>
            <a:custGeom>
              <a:avLst/>
              <a:gdLst/>
              <a:ahLst/>
              <a:cxnLst/>
              <a:rect l="l" t="t" r="r" b="b"/>
              <a:pathLst>
                <a:path w="2085340" h="1016000">
                  <a:moveTo>
                    <a:pt x="2003412" y="1015390"/>
                  </a:moveTo>
                  <a:lnTo>
                    <a:pt x="1999411" y="947661"/>
                  </a:lnTo>
                  <a:lnTo>
                    <a:pt x="1993646" y="901001"/>
                  </a:lnTo>
                  <a:lnTo>
                    <a:pt x="1985670" y="855040"/>
                  </a:lnTo>
                  <a:lnTo>
                    <a:pt x="1975535" y="809853"/>
                  </a:lnTo>
                  <a:lnTo>
                    <a:pt x="1963305" y="765492"/>
                  </a:lnTo>
                  <a:lnTo>
                    <a:pt x="1949030" y="721995"/>
                  </a:lnTo>
                  <a:lnTo>
                    <a:pt x="1932774" y="679437"/>
                  </a:lnTo>
                  <a:lnTo>
                    <a:pt x="1914575" y="637882"/>
                  </a:lnTo>
                  <a:lnTo>
                    <a:pt x="1894509" y="597357"/>
                  </a:lnTo>
                  <a:lnTo>
                    <a:pt x="1872615" y="557936"/>
                  </a:lnTo>
                  <a:lnTo>
                    <a:pt x="1848954" y="519671"/>
                  </a:lnTo>
                  <a:lnTo>
                    <a:pt x="1823580" y="482612"/>
                  </a:lnTo>
                  <a:lnTo>
                    <a:pt x="1796554" y="446824"/>
                  </a:lnTo>
                  <a:lnTo>
                    <a:pt x="1767928" y="412356"/>
                  </a:lnTo>
                  <a:lnTo>
                    <a:pt x="1737766" y="379272"/>
                  </a:lnTo>
                  <a:lnTo>
                    <a:pt x="1706105" y="347611"/>
                  </a:lnTo>
                  <a:lnTo>
                    <a:pt x="1673009" y="317436"/>
                  </a:lnTo>
                  <a:lnTo>
                    <a:pt x="1638541" y="288823"/>
                  </a:lnTo>
                  <a:lnTo>
                    <a:pt x="1602752" y="261797"/>
                  </a:lnTo>
                  <a:lnTo>
                    <a:pt x="1565706" y="236423"/>
                  </a:lnTo>
                  <a:lnTo>
                    <a:pt x="1527429" y="212763"/>
                  </a:lnTo>
                  <a:lnTo>
                    <a:pt x="1488008" y="190868"/>
                  </a:lnTo>
                  <a:lnTo>
                    <a:pt x="1447482" y="170802"/>
                  </a:lnTo>
                  <a:lnTo>
                    <a:pt x="1405928" y="152603"/>
                  </a:lnTo>
                  <a:lnTo>
                    <a:pt x="1363370" y="136347"/>
                  </a:lnTo>
                  <a:lnTo>
                    <a:pt x="1319872" y="122072"/>
                  </a:lnTo>
                  <a:lnTo>
                    <a:pt x="1275511" y="109842"/>
                  </a:lnTo>
                  <a:lnTo>
                    <a:pt x="1230325" y="99720"/>
                  </a:lnTo>
                  <a:lnTo>
                    <a:pt x="1184363" y="91744"/>
                  </a:lnTo>
                  <a:lnTo>
                    <a:pt x="1137704" y="85979"/>
                  </a:lnTo>
                  <a:lnTo>
                    <a:pt x="1090371" y="82473"/>
                  </a:lnTo>
                  <a:lnTo>
                    <a:pt x="1042454" y="81292"/>
                  </a:lnTo>
                  <a:lnTo>
                    <a:pt x="994537" y="82473"/>
                  </a:lnTo>
                  <a:lnTo>
                    <a:pt x="947216" y="85966"/>
                  </a:lnTo>
                  <a:lnTo>
                    <a:pt x="900544" y="91732"/>
                  </a:lnTo>
                  <a:lnTo>
                    <a:pt x="854595" y="99707"/>
                  </a:lnTo>
                  <a:lnTo>
                    <a:pt x="809396" y="109842"/>
                  </a:lnTo>
                  <a:lnTo>
                    <a:pt x="765035" y="122072"/>
                  </a:lnTo>
                  <a:lnTo>
                    <a:pt x="721550" y="136347"/>
                  </a:lnTo>
                  <a:lnTo>
                    <a:pt x="678992" y="152603"/>
                  </a:lnTo>
                  <a:lnTo>
                    <a:pt x="637425" y="170802"/>
                  </a:lnTo>
                  <a:lnTo>
                    <a:pt x="596900" y="190868"/>
                  </a:lnTo>
                  <a:lnTo>
                    <a:pt x="557479" y="212763"/>
                  </a:lnTo>
                  <a:lnTo>
                    <a:pt x="519214" y="236423"/>
                  </a:lnTo>
                  <a:lnTo>
                    <a:pt x="482155" y="261797"/>
                  </a:lnTo>
                  <a:lnTo>
                    <a:pt x="446366" y="288823"/>
                  </a:lnTo>
                  <a:lnTo>
                    <a:pt x="411899" y="317436"/>
                  </a:lnTo>
                  <a:lnTo>
                    <a:pt x="378815" y="347611"/>
                  </a:lnTo>
                  <a:lnTo>
                    <a:pt x="347154" y="379272"/>
                  </a:lnTo>
                  <a:lnTo>
                    <a:pt x="316979" y="412356"/>
                  </a:lnTo>
                  <a:lnTo>
                    <a:pt x="288366" y="446824"/>
                  </a:lnTo>
                  <a:lnTo>
                    <a:pt x="261340" y="482612"/>
                  </a:lnTo>
                  <a:lnTo>
                    <a:pt x="235966" y="519671"/>
                  </a:lnTo>
                  <a:lnTo>
                    <a:pt x="212305" y="557936"/>
                  </a:lnTo>
                  <a:lnTo>
                    <a:pt x="190411" y="597357"/>
                  </a:lnTo>
                  <a:lnTo>
                    <a:pt x="170332" y="637882"/>
                  </a:lnTo>
                  <a:lnTo>
                    <a:pt x="152146" y="679450"/>
                  </a:lnTo>
                  <a:lnTo>
                    <a:pt x="135877" y="721995"/>
                  </a:lnTo>
                  <a:lnTo>
                    <a:pt x="121602" y="765492"/>
                  </a:lnTo>
                  <a:lnTo>
                    <a:pt x="109372" y="809853"/>
                  </a:lnTo>
                  <a:lnTo>
                    <a:pt x="99250" y="855040"/>
                  </a:lnTo>
                  <a:lnTo>
                    <a:pt x="91262" y="901001"/>
                  </a:lnTo>
                  <a:lnTo>
                    <a:pt x="85496" y="947661"/>
                  </a:lnTo>
                  <a:lnTo>
                    <a:pt x="82003" y="994994"/>
                  </a:lnTo>
                  <a:lnTo>
                    <a:pt x="81495" y="1015390"/>
                  </a:lnTo>
                  <a:lnTo>
                    <a:pt x="2003412" y="1015390"/>
                  </a:lnTo>
                  <a:close/>
                </a:path>
                <a:path w="2085340" h="1016000">
                  <a:moveTo>
                    <a:pt x="2084882" y="1015390"/>
                  </a:moveTo>
                  <a:lnTo>
                    <a:pt x="2081237" y="948105"/>
                  </a:lnTo>
                  <a:lnTo>
                    <a:pt x="2075967" y="901573"/>
                  </a:lnTo>
                  <a:lnTo>
                    <a:pt x="2068677" y="855662"/>
                  </a:lnTo>
                  <a:lnTo>
                    <a:pt x="2059393" y="810450"/>
                  </a:lnTo>
                  <a:lnTo>
                    <a:pt x="2048179" y="765949"/>
                  </a:lnTo>
                  <a:lnTo>
                    <a:pt x="2035086" y="722236"/>
                  </a:lnTo>
                  <a:lnTo>
                    <a:pt x="2020150" y="679335"/>
                  </a:lnTo>
                  <a:lnTo>
                    <a:pt x="2003412" y="637298"/>
                  </a:lnTo>
                  <a:lnTo>
                    <a:pt x="1984933" y="596188"/>
                  </a:lnTo>
                  <a:lnTo>
                    <a:pt x="1964740" y="556031"/>
                  </a:lnTo>
                  <a:lnTo>
                    <a:pt x="1942896" y="516877"/>
                  </a:lnTo>
                  <a:lnTo>
                    <a:pt x="1919439" y="478777"/>
                  </a:lnTo>
                  <a:lnTo>
                    <a:pt x="1894433" y="441782"/>
                  </a:lnTo>
                  <a:lnTo>
                    <a:pt x="1867903" y="405930"/>
                  </a:lnTo>
                  <a:lnTo>
                    <a:pt x="1839899" y="371271"/>
                  </a:lnTo>
                  <a:lnTo>
                    <a:pt x="1810473" y="337845"/>
                  </a:lnTo>
                  <a:lnTo>
                    <a:pt x="1779663" y="305701"/>
                  </a:lnTo>
                  <a:lnTo>
                    <a:pt x="1747532" y="274904"/>
                  </a:lnTo>
                  <a:lnTo>
                    <a:pt x="1714106" y="245478"/>
                  </a:lnTo>
                  <a:lnTo>
                    <a:pt x="1679448" y="217474"/>
                  </a:lnTo>
                  <a:lnTo>
                    <a:pt x="1643595" y="190931"/>
                  </a:lnTo>
                  <a:lnTo>
                    <a:pt x="1606600" y="165925"/>
                  </a:lnTo>
                  <a:lnTo>
                    <a:pt x="1568500" y="142468"/>
                  </a:lnTo>
                  <a:lnTo>
                    <a:pt x="1529346" y="120624"/>
                  </a:lnTo>
                  <a:lnTo>
                    <a:pt x="1489189" y="100431"/>
                  </a:lnTo>
                  <a:lnTo>
                    <a:pt x="1447888" y="81876"/>
                  </a:lnTo>
                  <a:lnTo>
                    <a:pt x="1406004" y="65201"/>
                  </a:lnTo>
                  <a:lnTo>
                    <a:pt x="1363141" y="50279"/>
                  </a:lnTo>
                  <a:lnTo>
                    <a:pt x="1319428" y="37172"/>
                  </a:lnTo>
                  <a:lnTo>
                    <a:pt x="1274927" y="25958"/>
                  </a:lnTo>
                  <a:lnTo>
                    <a:pt x="1229702" y="16687"/>
                  </a:lnTo>
                  <a:lnTo>
                    <a:pt x="1183805" y="9385"/>
                  </a:lnTo>
                  <a:lnTo>
                    <a:pt x="1137259" y="4127"/>
                  </a:lnTo>
                  <a:lnTo>
                    <a:pt x="1090129" y="927"/>
                  </a:lnTo>
                  <a:lnTo>
                    <a:pt x="1049058" y="0"/>
                  </a:lnTo>
                  <a:lnTo>
                    <a:pt x="1035850" y="0"/>
                  </a:lnTo>
                  <a:lnTo>
                    <a:pt x="994714" y="927"/>
                  </a:lnTo>
                  <a:lnTo>
                    <a:pt x="947534" y="4140"/>
                  </a:lnTo>
                  <a:lnTo>
                    <a:pt x="900950" y="9410"/>
                  </a:lnTo>
                  <a:lnTo>
                    <a:pt x="855027" y="16725"/>
                  </a:lnTo>
                  <a:lnTo>
                    <a:pt x="809815" y="26009"/>
                  </a:lnTo>
                  <a:lnTo>
                    <a:pt x="765365" y="37211"/>
                  </a:lnTo>
                  <a:lnTo>
                    <a:pt x="721715" y="50292"/>
                  </a:lnTo>
                  <a:lnTo>
                    <a:pt x="678878" y="65214"/>
                  </a:lnTo>
                  <a:lnTo>
                    <a:pt x="636841" y="81953"/>
                  </a:lnTo>
                  <a:lnTo>
                    <a:pt x="595718" y="100431"/>
                  </a:lnTo>
                  <a:lnTo>
                    <a:pt x="555561" y="120624"/>
                  </a:lnTo>
                  <a:lnTo>
                    <a:pt x="516420" y="142468"/>
                  </a:lnTo>
                  <a:lnTo>
                    <a:pt x="478320" y="165925"/>
                  </a:lnTo>
                  <a:lnTo>
                    <a:pt x="441312" y="190931"/>
                  </a:lnTo>
                  <a:lnTo>
                    <a:pt x="405460" y="217474"/>
                  </a:lnTo>
                  <a:lnTo>
                    <a:pt x="370801" y="245478"/>
                  </a:lnTo>
                  <a:lnTo>
                    <a:pt x="337388" y="274904"/>
                  </a:lnTo>
                  <a:lnTo>
                    <a:pt x="305244" y="305701"/>
                  </a:lnTo>
                  <a:lnTo>
                    <a:pt x="274434" y="337845"/>
                  </a:lnTo>
                  <a:lnTo>
                    <a:pt x="245008" y="371271"/>
                  </a:lnTo>
                  <a:lnTo>
                    <a:pt x="217004" y="405930"/>
                  </a:lnTo>
                  <a:lnTo>
                    <a:pt x="190474" y="441782"/>
                  </a:lnTo>
                  <a:lnTo>
                    <a:pt x="165455" y="478777"/>
                  </a:lnTo>
                  <a:lnTo>
                    <a:pt x="141998" y="516877"/>
                  </a:lnTo>
                  <a:lnTo>
                    <a:pt x="120154" y="556031"/>
                  </a:lnTo>
                  <a:lnTo>
                    <a:pt x="99974" y="596188"/>
                  </a:lnTo>
                  <a:lnTo>
                    <a:pt x="81483" y="637298"/>
                  </a:lnTo>
                  <a:lnTo>
                    <a:pt x="64744" y="679335"/>
                  </a:lnTo>
                  <a:lnTo>
                    <a:pt x="49809" y="722236"/>
                  </a:lnTo>
                  <a:lnTo>
                    <a:pt x="36703" y="765949"/>
                  </a:lnTo>
                  <a:lnTo>
                    <a:pt x="25501" y="810450"/>
                  </a:lnTo>
                  <a:lnTo>
                    <a:pt x="16217" y="855662"/>
                  </a:lnTo>
                  <a:lnTo>
                    <a:pt x="8928" y="901573"/>
                  </a:lnTo>
                  <a:lnTo>
                    <a:pt x="3657" y="948105"/>
                  </a:lnTo>
                  <a:lnTo>
                    <a:pt x="457" y="995235"/>
                  </a:lnTo>
                  <a:lnTo>
                    <a:pt x="0" y="1015390"/>
                  </a:lnTo>
                  <a:lnTo>
                    <a:pt x="27228" y="1015390"/>
                  </a:lnTo>
                  <a:lnTo>
                    <a:pt x="27698" y="995159"/>
                  </a:lnTo>
                  <a:lnTo>
                    <a:pt x="30988" y="947978"/>
                  </a:lnTo>
                  <a:lnTo>
                    <a:pt x="36423" y="901395"/>
                  </a:lnTo>
                  <a:lnTo>
                    <a:pt x="43929" y="855484"/>
                  </a:lnTo>
                  <a:lnTo>
                    <a:pt x="53467" y="810272"/>
                  </a:lnTo>
                  <a:lnTo>
                    <a:pt x="64998" y="765810"/>
                  </a:lnTo>
                  <a:lnTo>
                    <a:pt x="78473" y="722172"/>
                  </a:lnTo>
                  <a:lnTo>
                    <a:pt x="93827" y="679373"/>
                  </a:lnTo>
                  <a:lnTo>
                    <a:pt x="111023" y="637489"/>
                  </a:lnTo>
                  <a:lnTo>
                    <a:pt x="130009" y="596557"/>
                  </a:lnTo>
                  <a:lnTo>
                    <a:pt x="150736" y="556628"/>
                  </a:lnTo>
                  <a:lnTo>
                    <a:pt x="173151" y="517740"/>
                  </a:lnTo>
                  <a:lnTo>
                    <a:pt x="197205" y="479971"/>
                  </a:lnTo>
                  <a:lnTo>
                    <a:pt x="222859" y="443344"/>
                  </a:lnTo>
                  <a:lnTo>
                    <a:pt x="250050" y="407911"/>
                  </a:lnTo>
                  <a:lnTo>
                    <a:pt x="278739" y="373735"/>
                  </a:lnTo>
                  <a:lnTo>
                    <a:pt x="308876" y="340855"/>
                  </a:lnTo>
                  <a:lnTo>
                    <a:pt x="340410" y="309333"/>
                  </a:lnTo>
                  <a:lnTo>
                    <a:pt x="373291" y="279196"/>
                  </a:lnTo>
                  <a:lnTo>
                    <a:pt x="407466" y="250494"/>
                  </a:lnTo>
                  <a:lnTo>
                    <a:pt x="442899" y="223304"/>
                  </a:lnTo>
                  <a:lnTo>
                    <a:pt x="479513" y="197650"/>
                  </a:lnTo>
                  <a:lnTo>
                    <a:pt x="517296" y="173596"/>
                  </a:lnTo>
                  <a:lnTo>
                    <a:pt x="556171" y="151180"/>
                  </a:lnTo>
                  <a:lnTo>
                    <a:pt x="596099" y="130454"/>
                  </a:lnTo>
                  <a:lnTo>
                    <a:pt x="637032" y="111467"/>
                  </a:lnTo>
                  <a:lnTo>
                    <a:pt x="678878" y="94297"/>
                  </a:lnTo>
                  <a:lnTo>
                    <a:pt x="721715" y="78917"/>
                  </a:lnTo>
                  <a:lnTo>
                    <a:pt x="765365" y="65443"/>
                  </a:lnTo>
                  <a:lnTo>
                    <a:pt x="809980" y="53886"/>
                  </a:lnTo>
                  <a:lnTo>
                    <a:pt x="855205" y="44335"/>
                  </a:lnTo>
                  <a:lnTo>
                    <a:pt x="901115" y="36842"/>
                  </a:lnTo>
                  <a:lnTo>
                    <a:pt x="947534" y="31432"/>
                  </a:lnTo>
                  <a:lnTo>
                    <a:pt x="994714" y="28143"/>
                  </a:lnTo>
                  <a:lnTo>
                    <a:pt x="1042466" y="27038"/>
                  </a:lnTo>
                  <a:lnTo>
                    <a:pt x="1090129" y="28143"/>
                  </a:lnTo>
                  <a:lnTo>
                    <a:pt x="1137399" y="31432"/>
                  </a:lnTo>
                  <a:lnTo>
                    <a:pt x="1183982" y="36855"/>
                  </a:lnTo>
                  <a:lnTo>
                    <a:pt x="1229893" y="44373"/>
                  </a:lnTo>
                  <a:lnTo>
                    <a:pt x="1275105" y="53911"/>
                  </a:lnTo>
                  <a:lnTo>
                    <a:pt x="1319568" y="65443"/>
                  </a:lnTo>
                  <a:lnTo>
                    <a:pt x="1363141" y="78892"/>
                  </a:lnTo>
                  <a:lnTo>
                    <a:pt x="1406004" y="94272"/>
                  </a:lnTo>
                  <a:lnTo>
                    <a:pt x="1448079" y="111556"/>
                  </a:lnTo>
                  <a:lnTo>
                    <a:pt x="1488821" y="130454"/>
                  </a:lnTo>
                  <a:lnTo>
                    <a:pt x="1528749" y="151180"/>
                  </a:lnTo>
                  <a:lnTo>
                    <a:pt x="1567624" y="173596"/>
                  </a:lnTo>
                  <a:lnTo>
                    <a:pt x="1605407" y="197650"/>
                  </a:lnTo>
                  <a:lnTo>
                    <a:pt x="1642033" y="223304"/>
                  </a:lnTo>
                  <a:lnTo>
                    <a:pt x="1677454" y="250494"/>
                  </a:lnTo>
                  <a:lnTo>
                    <a:pt x="1711629" y="279196"/>
                  </a:lnTo>
                  <a:lnTo>
                    <a:pt x="1744510" y="309321"/>
                  </a:lnTo>
                  <a:lnTo>
                    <a:pt x="1776044" y="340855"/>
                  </a:lnTo>
                  <a:lnTo>
                    <a:pt x="1806181" y="373735"/>
                  </a:lnTo>
                  <a:lnTo>
                    <a:pt x="1834870" y="407924"/>
                  </a:lnTo>
                  <a:lnTo>
                    <a:pt x="1862061" y="443344"/>
                  </a:lnTo>
                  <a:lnTo>
                    <a:pt x="1887715" y="479971"/>
                  </a:lnTo>
                  <a:lnTo>
                    <a:pt x="1911769" y="517753"/>
                  </a:lnTo>
                  <a:lnTo>
                    <a:pt x="1934184" y="556628"/>
                  </a:lnTo>
                  <a:lnTo>
                    <a:pt x="1954911" y="596557"/>
                  </a:lnTo>
                  <a:lnTo>
                    <a:pt x="1973897" y="637489"/>
                  </a:lnTo>
                  <a:lnTo>
                    <a:pt x="1991093" y="679373"/>
                  </a:lnTo>
                  <a:lnTo>
                    <a:pt x="2006447" y="722172"/>
                  </a:lnTo>
                  <a:lnTo>
                    <a:pt x="2019922" y="765822"/>
                  </a:lnTo>
                  <a:lnTo>
                    <a:pt x="2031453" y="810272"/>
                  </a:lnTo>
                  <a:lnTo>
                    <a:pt x="2040991" y="855484"/>
                  </a:lnTo>
                  <a:lnTo>
                    <a:pt x="2048497" y="901395"/>
                  </a:lnTo>
                  <a:lnTo>
                    <a:pt x="2053932" y="947978"/>
                  </a:lnTo>
                  <a:lnTo>
                    <a:pt x="2057222" y="995159"/>
                  </a:lnTo>
                  <a:lnTo>
                    <a:pt x="2057692" y="1015390"/>
                  </a:lnTo>
                  <a:lnTo>
                    <a:pt x="2084882" y="1015390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9236" y="5895148"/>
              <a:ext cx="1838018" cy="18383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38089" y="6003564"/>
              <a:ext cx="1612026" cy="16120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49084" y="7733588"/>
              <a:ext cx="38100" cy="267335"/>
            </a:xfrm>
            <a:custGeom>
              <a:avLst/>
              <a:gdLst/>
              <a:ahLst/>
              <a:cxnLst/>
              <a:rect l="l" t="t" r="r" b="b"/>
              <a:pathLst>
                <a:path w="38100" h="267334">
                  <a:moveTo>
                    <a:pt x="0" y="21579"/>
                  </a:moveTo>
                  <a:lnTo>
                    <a:pt x="0" y="16523"/>
                  </a:lnTo>
                  <a:lnTo>
                    <a:pt x="483" y="1409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21579"/>
                  </a:lnTo>
                  <a:lnTo>
                    <a:pt x="21576" y="38103"/>
                  </a:lnTo>
                  <a:lnTo>
                    <a:pt x="16523" y="38103"/>
                  </a:lnTo>
                  <a:lnTo>
                    <a:pt x="0" y="21579"/>
                  </a:lnTo>
                  <a:close/>
                </a:path>
                <a:path w="38100" h="267334">
                  <a:moveTo>
                    <a:pt x="0" y="97783"/>
                  </a:moveTo>
                  <a:lnTo>
                    <a:pt x="0" y="92727"/>
                  </a:lnTo>
                  <a:lnTo>
                    <a:pt x="483" y="90297"/>
                  </a:lnTo>
                  <a:lnTo>
                    <a:pt x="16523" y="76203"/>
                  </a:lnTo>
                  <a:lnTo>
                    <a:pt x="21576" y="76203"/>
                  </a:lnTo>
                  <a:lnTo>
                    <a:pt x="38099" y="92727"/>
                  </a:lnTo>
                  <a:lnTo>
                    <a:pt x="38099" y="97783"/>
                  </a:lnTo>
                  <a:lnTo>
                    <a:pt x="21576" y="114307"/>
                  </a:lnTo>
                  <a:lnTo>
                    <a:pt x="16523" y="114307"/>
                  </a:lnTo>
                  <a:lnTo>
                    <a:pt x="0" y="97783"/>
                  </a:lnTo>
                  <a:close/>
                </a:path>
                <a:path w="38100" h="267334">
                  <a:moveTo>
                    <a:pt x="0" y="173987"/>
                  </a:moveTo>
                  <a:lnTo>
                    <a:pt x="0" y="168931"/>
                  </a:lnTo>
                  <a:lnTo>
                    <a:pt x="483" y="166501"/>
                  </a:lnTo>
                  <a:lnTo>
                    <a:pt x="16523" y="152407"/>
                  </a:lnTo>
                  <a:lnTo>
                    <a:pt x="21576" y="152407"/>
                  </a:lnTo>
                  <a:lnTo>
                    <a:pt x="38099" y="168931"/>
                  </a:lnTo>
                  <a:lnTo>
                    <a:pt x="38099" y="173987"/>
                  </a:lnTo>
                  <a:lnTo>
                    <a:pt x="21576" y="190511"/>
                  </a:lnTo>
                  <a:lnTo>
                    <a:pt x="16523" y="190511"/>
                  </a:lnTo>
                  <a:lnTo>
                    <a:pt x="0" y="173987"/>
                  </a:lnTo>
                  <a:close/>
                </a:path>
                <a:path w="38100" h="267334">
                  <a:moveTo>
                    <a:pt x="0" y="250191"/>
                  </a:moveTo>
                  <a:lnTo>
                    <a:pt x="0" y="245135"/>
                  </a:lnTo>
                  <a:lnTo>
                    <a:pt x="483" y="242705"/>
                  </a:lnTo>
                  <a:lnTo>
                    <a:pt x="16523" y="228611"/>
                  </a:lnTo>
                  <a:lnTo>
                    <a:pt x="21576" y="228611"/>
                  </a:lnTo>
                  <a:lnTo>
                    <a:pt x="38099" y="245135"/>
                  </a:lnTo>
                  <a:lnTo>
                    <a:pt x="38099" y="250191"/>
                  </a:lnTo>
                  <a:lnTo>
                    <a:pt x="21576" y="266715"/>
                  </a:lnTo>
                  <a:lnTo>
                    <a:pt x="16523" y="266715"/>
                  </a:lnTo>
                  <a:lnTo>
                    <a:pt x="0" y="250191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1934" y="8049034"/>
              <a:ext cx="152399" cy="152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086153" y="6812901"/>
              <a:ext cx="2085339" cy="1016000"/>
            </a:xfrm>
            <a:custGeom>
              <a:avLst/>
              <a:gdLst/>
              <a:ahLst/>
              <a:cxnLst/>
              <a:rect l="l" t="t" r="r" b="b"/>
              <a:pathLst>
                <a:path w="2085340" h="1016000">
                  <a:moveTo>
                    <a:pt x="2003386" y="0"/>
                  </a:moveTo>
                  <a:lnTo>
                    <a:pt x="81470" y="0"/>
                  </a:lnTo>
                  <a:lnTo>
                    <a:pt x="81978" y="20408"/>
                  </a:lnTo>
                  <a:lnTo>
                    <a:pt x="85471" y="67729"/>
                  </a:lnTo>
                  <a:lnTo>
                    <a:pt x="91236" y="114388"/>
                  </a:lnTo>
                  <a:lnTo>
                    <a:pt x="99212" y="160350"/>
                  </a:lnTo>
                  <a:lnTo>
                    <a:pt x="109347" y="205536"/>
                  </a:lnTo>
                  <a:lnTo>
                    <a:pt x="121577" y="249910"/>
                  </a:lnTo>
                  <a:lnTo>
                    <a:pt x="135851" y="293395"/>
                  </a:lnTo>
                  <a:lnTo>
                    <a:pt x="152120" y="335953"/>
                  </a:lnTo>
                  <a:lnTo>
                    <a:pt x="170307" y="377520"/>
                  </a:lnTo>
                  <a:lnTo>
                    <a:pt x="190385" y="418033"/>
                  </a:lnTo>
                  <a:lnTo>
                    <a:pt x="212280" y="457454"/>
                  </a:lnTo>
                  <a:lnTo>
                    <a:pt x="235940" y="495731"/>
                  </a:lnTo>
                  <a:lnTo>
                    <a:pt x="261302" y="532777"/>
                  </a:lnTo>
                  <a:lnTo>
                    <a:pt x="288328" y="568566"/>
                  </a:lnTo>
                  <a:lnTo>
                    <a:pt x="316953" y="603034"/>
                  </a:lnTo>
                  <a:lnTo>
                    <a:pt x="347129" y="636130"/>
                  </a:lnTo>
                  <a:lnTo>
                    <a:pt x="378790" y="667778"/>
                  </a:lnTo>
                  <a:lnTo>
                    <a:pt x="411873" y="697953"/>
                  </a:lnTo>
                  <a:lnTo>
                    <a:pt x="446341" y="726579"/>
                  </a:lnTo>
                  <a:lnTo>
                    <a:pt x="482130" y="753592"/>
                  </a:lnTo>
                  <a:lnTo>
                    <a:pt x="519188" y="778967"/>
                  </a:lnTo>
                  <a:lnTo>
                    <a:pt x="557453" y="802627"/>
                  </a:lnTo>
                  <a:lnTo>
                    <a:pt x="596874" y="824522"/>
                  </a:lnTo>
                  <a:lnTo>
                    <a:pt x="637400" y="844588"/>
                  </a:lnTo>
                  <a:lnTo>
                    <a:pt x="678967" y="862787"/>
                  </a:lnTo>
                  <a:lnTo>
                    <a:pt x="721525" y="879043"/>
                  </a:lnTo>
                  <a:lnTo>
                    <a:pt x="765009" y="893318"/>
                  </a:lnTo>
                  <a:lnTo>
                    <a:pt x="809383" y="905548"/>
                  </a:lnTo>
                  <a:lnTo>
                    <a:pt x="854570" y="915682"/>
                  </a:lnTo>
                  <a:lnTo>
                    <a:pt x="900518" y="923658"/>
                  </a:lnTo>
                  <a:lnTo>
                    <a:pt x="947191" y="929424"/>
                  </a:lnTo>
                  <a:lnTo>
                    <a:pt x="994511" y="932916"/>
                  </a:lnTo>
                  <a:lnTo>
                    <a:pt x="1042441" y="934097"/>
                  </a:lnTo>
                  <a:lnTo>
                    <a:pt x="1090358" y="932916"/>
                  </a:lnTo>
                  <a:lnTo>
                    <a:pt x="1137678" y="929424"/>
                  </a:lnTo>
                  <a:lnTo>
                    <a:pt x="1184351" y="923658"/>
                  </a:lnTo>
                  <a:lnTo>
                    <a:pt x="1230299" y="915682"/>
                  </a:lnTo>
                  <a:lnTo>
                    <a:pt x="1275486" y="905548"/>
                  </a:lnTo>
                  <a:lnTo>
                    <a:pt x="1319860" y="893318"/>
                  </a:lnTo>
                  <a:lnTo>
                    <a:pt x="1363345" y="879043"/>
                  </a:lnTo>
                  <a:lnTo>
                    <a:pt x="1405902" y="862787"/>
                  </a:lnTo>
                  <a:lnTo>
                    <a:pt x="1447469" y="844588"/>
                  </a:lnTo>
                  <a:lnTo>
                    <a:pt x="1487982" y="824522"/>
                  </a:lnTo>
                  <a:lnTo>
                    <a:pt x="1527403" y="802627"/>
                  </a:lnTo>
                  <a:lnTo>
                    <a:pt x="1565668" y="778967"/>
                  </a:lnTo>
                  <a:lnTo>
                    <a:pt x="1602727" y="753592"/>
                  </a:lnTo>
                  <a:lnTo>
                    <a:pt x="1638515" y="726579"/>
                  </a:lnTo>
                  <a:lnTo>
                    <a:pt x="1672983" y="697953"/>
                  </a:lnTo>
                  <a:lnTo>
                    <a:pt x="1706079" y="667778"/>
                  </a:lnTo>
                  <a:lnTo>
                    <a:pt x="1737741" y="636130"/>
                  </a:lnTo>
                  <a:lnTo>
                    <a:pt x="1767903" y="603034"/>
                  </a:lnTo>
                  <a:lnTo>
                    <a:pt x="1796529" y="568566"/>
                  </a:lnTo>
                  <a:lnTo>
                    <a:pt x="1823554" y="532777"/>
                  </a:lnTo>
                  <a:lnTo>
                    <a:pt x="1848929" y="495719"/>
                  </a:lnTo>
                  <a:lnTo>
                    <a:pt x="1872589" y="457454"/>
                  </a:lnTo>
                  <a:lnTo>
                    <a:pt x="1894484" y="418033"/>
                  </a:lnTo>
                  <a:lnTo>
                    <a:pt x="1914550" y="377520"/>
                  </a:lnTo>
                  <a:lnTo>
                    <a:pt x="1932749" y="335953"/>
                  </a:lnTo>
                  <a:lnTo>
                    <a:pt x="1949005" y="293395"/>
                  </a:lnTo>
                  <a:lnTo>
                    <a:pt x="1963280" y="249910"/>
                  </a:lnTo>
                  <a:lnTo>
                    <a:pt x="1975510" y="205536"/>
                  </a:lnTo>
                  <a:lnTo>
                    <a:pt x="1985645" y="160350"/>
                  </a:lnTo>
                  <a:lnTo>
                    <a:pt x="1993620" y="114388"/>
                  </a:lnTo>
                  <a:lnTo>
                    <a:pt x="1999386" y="67729"/>
                  </a:lnTo>
                  <a:lnTo>
                    <a:pt x="2002891" y="20408"/>
                  </a:lnTo>
                  <a:lnTo>
                    <a:pt x="2003386" y="0"/>
                  </a:lnTo>
                  <a:close/>
                </a:path>
                <a:path w="2085340" h="1016000">
                  <a:moveTo>
                    <a:pt x="2084882" y="0"/>
                  </a:moveTo>
                  <a:lnTo>
                    <a:pt x="2057654" y="0"/>
                  </a:lnTo>
                  <a:lnTo>
                    <a:pt x="2057184" y="20231"/>
                  </a:lnTo>
                  <a:lnTo>
                    <a:pt x="2053894" y="67411"/>
                  </a:lnTo>
                  <a:lnTo>
                    <a:pt x="2048471" y="113995"/>
                  </a:lnTo>
                  <a:lnTo>
                    <a:pt x="2040966" y="159918"/>
                  </a:lnTo>
                  <a:lnTo>
                    <a:pt x="2031415" y="205117"/>
                  </a:lnTo>
                  <a:lnTo>
                    <a:pt x="2019884" y="249580"/>
                  </a:lnTo>
                  <a:lnTo>
                    <a:pt x="2006422" y="293230"/>
                  </a:lnTo>
                  <a:lnTo>
                    <a:pt x="1991067" y="336016"/>
                  </a:lnTo>
                  <a:lnTo>
                    <a:pt x="1973872" y="377901"/>
                  </a:lnTo>
                  <a:lnTo>
                    <a:pt x="1954885" y="418833"/>
                  </a:lnTo>
                  <a:lnTo>
                    <a:pt x="1934159" y="458762"/>
                  </a:lnTo>
                  <a:lnTo>
                    <a:pt x="1911743" y="497649"/>
                  </a:lnTo>
                  <a:lnTo>
                    <a:pt x="1887689" y="535419"/>
                  </a:lnTo>
                  <a:lnTo>
                    <a:pt x="1862035" y="572046"/>
                  </a:lnTo>
                  <a:lnTo>
                    <a:pt x="1834832" y="607479"/>
                  </a:lnTo>
                  <a:lnTo>
                    <a:pt x="1806143" y="641654"/>
                  </a:lnTo>
                  <a:lnTo>
                    <a:pt x="1776006" y="674535"/>
                  </a:lnTo>
                  <a:lnTo>
                    <a:pt x="1744484" y="706069"/>
                  </a:lnTo>
                  <a:lnTo>
                    <a:pt x="1711604" y="736206"/>
                  </a:lnTo>
                  <a:lnTo>
                    <a:pt x="1677428" y="764895"/>
                  </a:lnTo>
                  <a:lnTo>
                    <a:pt x="1641995" y="792086"/>
                  </a:lnTo>
                  <a:lnTo>
                    <a:pt x="1605368" y="817740"/>
                  </a:lnTo>
                  <a:lnTo>
                    <a:pt x="1567599" y="841794"/>
                  </a:lnTo>
                  <a:lnTo>
                    <a:pt x="1528711" y="864209"/>
                  </a:lnTo>
                  <a:lnTo>
                    <a:pt x="1488782" y="884936"/>
                  </a:lnTo>
                  <a:lnTo>
                    <a:pt x="1447850" y="903922"/>
                  </a:lnTo>
                  <a:lnTo>
                    <a:pt x="1406017" y="921105"/>
                  </a:lnTo>
                  <a:lnTo>
                    <a:pt x="1363167" y="936472"/>
                  </a:lnTo>
                  <a:lnTo>
                    <a:pt x="1319530" y="949947"/>
                  </a:lnTo>
                  <a:lnTo>
                    <a:pt x="1274902" y="961517"/>
                  </a:lnTo>
                  <a:lnTo>
                    <a:pt x="1229677" y="971054"/>
                  </a:lnTo>
                  <a:lnTo>
                    <a:pt x="1183779" y="978547"/>
                  </a:lnTo>
                  <a:lnTo>
                    <a:pt x="1137361" y="983957"/>
                  </a:lnTo>
                  <a:lnTo>
                    <a:pt x="1090168" y="987247"/>
                  </a:lnTo>
                  <a:lnTo>
                    <a:pt x="1042441" y="988352"/>
                  </a:lnTo>
                  <a:lnTo>
                    <a:pt x="994765" y="987247"/>
                  </a:lnTo>
                  <a:lnTo>
                    <a:pt x="947483" y="983957"/>
                  </a:lnTo>
                  <a:lnTo>
                    <a:pt x="900912" y="978535"/>
                  </a:lnTo>
                  <a:lnTo>
                    <a:pt x="854989" y="971029"/>
                  </a:lnTo>
                  <a:lnTo>
                    <a:pt x="809777" y="961478"/>
                  </a:lnTo>
                  <a:lnTo>
                    <a:pt x="765327" y="949947"/>
                  </a:lnTo>
                  <a:lnTo>
                    <a:pt x="721741" y="936498"/>
                  </a:lnTo>
                  <a:lnTo>
                    <a:pt x="678891" y="921118"/>
                  </a:lnTo>
                  <a:lnTo>
                    <a:pt x="636816" y="903846"/>
                  </a:lnTo>
                  <a:lnTo>
                    <a:pt x="596074" y="884936"/>
                  </a:lnTo>
                  <a:lnTo>
                    <a:pt x="556145" y="864222"/>
                  </a:lnTo>
                  <a:lnTo>
                    <a:pt x="517258" y="841794"/>
                  </a:lnTo>
                  <a:lnTo>
                    <a:pt x="479488" y="817740"/>
                  </a:lnTo>
                  <a:lnTo>
                    <a:pt x="442861" y="792086"/>
                  </a:lnTo>
                  <a:lnTo>
                    <a:pt x="407441" y="764895"/>
                  </a:lnTo>
                  <a:lnTo>
                    <a:pt x="373265" y="736206"/>
                  </a:lnTo>
                  <a:lnTo>
                    <a:pt x="340385" y="706069"/>
                  </a:lnTo>
                  <a:lnTo>
                    <a:pt x="308851" y="674535"/>
                  </a:lnTo>
                  <a:lnTo>
                    <a:pt x="278714" y="641654"/>
                  </a:lnTo>
                  <a:lnTo>
                    <a:pt x="250024" y="607479"/>
                  </a:lnTo>
                  <a:lnTo>
                    <a:pt x="222821" y="572046"/>
                  </a:lnTo>
                  <a:lnTo>
                    <a:pt x="197180" y="535419"/>
                  </a:lnTo>
                  <a:lnTo>
                    <a:pt x="173113" y="497649"/>
                  </a:lnTo>
                  <a:lnTo>
                    <a:pt x="150698" y="458762"/>
                  </a:lnTo>
                  <a:lnTo>
                    <a:pt x="129971" y="418833"/>
                  </a:lnTo>
                  <a:lnTo>
                    <a:pt x="110998" y="377901"/>
                  </a:lnTo>
                  <a:lnTo>
                    <a:pt x="93802" y="336016"/>
                  </a:lnTo>
                  <a:lnTo>
                    <a:pt x="78435" y="293217"/>
                  </a:lnTo>
                  <a:lnTo>
                    <a:pt x="64973" y="249580"/>
                  </a:lnTo>
                  <a:lnTo>
                    <a:pt x="53441" y="205117"/>
                  </a:lnTo>
                  <a:lnTo>
                    <a:pt x="43891" y="159905"/>
                  </a:lnTo>
                  <a:lnTo>
                    <a:pt x="36385" y="113995"/>
                  </a:lnTo>
                  <a:lnTo>
                    <a:pt x="30962" y="67411"/>
                  </a:lnTo>
                  <a:lnTo>
                    <a:pt x="27673" y="20231"/>
                  </a:lnTo>
                  <a:lnTo>
                    <a:pt x="27203" y="0"/>
                  </a:lnTo>
                  <a:lnTo>
                    <a:pt x="0" y="0"/>
                  </a:lnTo>
                  <a:lnTo>
                    <a:pt x="3657" y="67284"/>
                  </a:lnTo>
                  <a:lnTo>
                    <a:pt x="8928" y="113817"/>
                  </a:lnTo>
                  <a:lnTo>
                    <a:pt x="16217" y="159727"/>
                  </a:lnTo>
                  <a:lnTo>
                    <a:pt x="25488" y="204952"/>
                  </a:lnTo>
                  <a:lnTo>
                    <a:pt x="36703" y="249440"/>
                  </a:lnTo>
                  <a:lnTo>
                    <a:pt x="49809" y="293166"/>
                  </a:lnTo>
                  <a:lnTo>
                    <a:pt x="64744" y="336054"/>
                  </a:lnTo>
                  <a:lnTo>
                    <a:pt x="81483" y="378091"/>
                  </a:lnTo>
                  <a:lnTo>
                    <a:pt x="99961" y="419214"/>
                  </a:lnTo>
                  <a:lnTo>
                    <a:pt x="120154" y="459371"/>
                  </a:lnTo>
                  <a:lnTo>
                    <a:pt x="141986" y="498513"/>
                  </a:lnTo>
                  <a:lnTo>
                    <a:pt x="165442" y="536613"/>
                  </a:lnTo>
                  <a:lnTo>
                    <a:pt x="190461" y="573608"/>
                  </a:lnTo>
                  <a:lnTo>
                    <a:pt x="216992" y="609460"/>
                  </a:lnTo>
                  <a:lnTo>
                    <a:pt x="244995" y="644131"/>
                  </a:lnTo>
                  <a:lnTo>
                    <a:pt x="274421" y="677545"/>
                  </a:lnTo>
                  <a:lnTo>
                    <a:pt x="305231" y="709688"/>
                  </a:lnTo>
                  <a:lnTo>
                    <a:pt x="337362" y="740486"/>
                  </a:lnTo>
                  <a:lnTo>
                    <a:pt x="370789" y="769924"/>
                  </a:lnTo>
                  <a:lnTo>
                    <a:pt x="405447" y="797928"/>
                  </a:lnTo>
                  <a:lnTo>
                    <a:pt x="441299" y="824458"/>
                  </a:lnTo>
                  <a:lnTo>
                    <a:pt x="478294" y="849477"/>
                  </a:lnTo>
                  <a:lnTo>
                    <a:pt x="516394" y="872921"/>
                  </a:lnTo>
                  <a:lnTo>
                    <a:pt x="555536" y="894765"/>
                  </a:lnTo>
                  <a:lnTo>
                    <a:pt x="595693" y="914958"/>
                  </a:lnTo>
                  <a:lnTo>
                    <a:pt x="637006" y="933513"/>
                  </a:lnTo>
                  <a:lnTo>
                    <a:pt x="678891" y="950188"/>
                  </a:lnTo>
                  <a:lnTo>
                    <a:pt x="721741" y="965123"/>
                  </a:lnTo>
                  <a:lnTo>
                    <a:pt x="765467" y="978217"/>
                  </a:lnTo>
                  <a:lnTo>
                    <a:pt x="809967" y="989431"/>
                  </a:lnTo>
                  <a:lnTo>
                    <a:pt x="855179" y="998702"/>
                  </a:lnTo>
                  <a:lnTo>
                    <a:pt x="901090" y="1006005"/>
                  </a:lnTo>
                  <a:lnTo>
                    <a:pt x="947635" y="1011275"/>
                  </a:lnTo>
                  <a:lnTo>
                    <a:pt x="994765" y="1014463"/>
                  </a:lnTo>
                  <a:lnTo>
                    <a:pt x="1042441" y="1015428"/>
                  </a:lnTo>
                  <a:lnTo>
                    <a:pt x="1090168" y="1014463"/>
                  </a:lnTo>
                  <a:lnTo>
                    <a:pt x="1137361" y="1011262"/>
                  </a:lnTo>
                  <a:lnTo>
                    <a:pt x="1183944" y="1005979"/>
                  </a:lnTo>
                  <a:lnTo>
                    <a:pt x="1229855" y="998664"/>
                  </a:lnTo>
                  <a:lnTo>
                    <a:pt x="1275067" y="989380"/>
                  </a:lnTo>
                  <a:lnTo>
                    <a:pt x="1319530" y="978179"/>
                  </a:lnTo>
                  <a:lnTo>
                    <a:pt x="1363167" y="965098"/>
                  </a:lnTo>
                  <a:lnTo>
                    <a:pt x="1406017" y="950175"/>
                  </a:lnTo>
                  <a:lnTo>
                    <a:pt x="1448054" y="933437"/>
                  </a:lnTo>
                  <a:lnTo>
                    <a:pt x="1489163" y="914958"/>
                  </a:lnTo>
                  <a:lnTo>
                    <a:pt x="1529321" y="894765"/>
                  </a:lnTo>
                  <a:lnTo>
                    <a:pt x="1568475" y="872921"/>
                  </a:lnTo>
                  <a:lnTo>
                    <a:pt x="1606575" y="849477"/>
                  </a:lnTo>
                  <a:lnTo>
                    <a:pt x="1643570" y="824458"/>
                  </a:lnTo>
                  <a:lnTo>
                    <a:pt x="1679422" y="797928"/>
                  </a:lnTo>
                  <a:lnTo>
                    <a:pt x="1714080" y="769924"/>
                  </a:lnTo>
                  <a:lnTo>
                    <a:pt x="1747507" y="740486"/>
                  </a:lnTo>
                  <a:lnTo>
                    <a:pt x="1779651" y="709688"/>
                  </a:lnTo>
                  <a:lnTo>
                    <a:pt x="1810448" y="677545"/>
                  </a:lnTo>
                  <a:lnTo>
                    <a:pt x="1839874" y="644131"/>
                  </a:lnTo>
                  <a:lnTo>
                    <a:pt x="1867877" y="609460"/>
                  </a:lnTo>
                  <a:lnTo>
                    <a:pt x="1894420" y="573608"/>
                  </a:lnTo>
                  <a:lnTo>
                    <a:pt x="1919439" y="536613"/>
                  </a:lnTo>
                  <a:lnTo>
                    <a:pt x="1942884" y="498513"/>
                  </a:lnTo>
                  <a:lnTo>
                    <a:pt x="1964728" y="459371"/>
                  </a:lnTo>
                  <a:lnTo>
                    <a:pt x="1984921" y="419214"/>
                  </a:lnTo>
                  <a:lnTo>
                    <a:pt x="2003399" y="378091"/>
                  </a:lnTo>
                  <a:lnTo>
                    <a:pt x="2020138" y="336054"/>
                  </a:lnTo>
                  <a:lnTo>
                    <a:pt x="2035086" y="293166"/>
                  </a:lnTo>
                  <a:lnTo>
                    <a:pt x="2048179" y="249440"/>
                  </a:lnTo>
                  <a:lnTo>
                    <a:pt x="2059393" y="204952"/>
                  </a:lnTo>
                  <a:lnTo>
                    <a:pt x="2068664" y="159727"/>
                  </a:lnTo>
                  <a:lnTo>
                    <a:pt x="2075967" y="113817"/>
                  </a:lnTo>
                  <a:lnTo>
                    <a:pt x="2081237" y="67284"/>
                  </a:lnTo>
                  <a:lnTo>
                    <a:pt x="2084425" y="20154"/>
                  </a:lnTo>
                  <a:lnTo>
                    <a:pt x="2084882" y="0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8266" y="5895148"/>
              <a:ext cx="1838018" cy="18383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27118" y="6003564"/>
              <a:ext cx="1612026" cy="16120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080375" y="5625216"/>
              <a:ext cx="40005" cy="267335"/>
            </a:xfrm>
            <a:custGeom>
              <a:avLst/>
              <a:gdLst/>
              <a:ahLst/>
              <a:cxnLst/>
              <a:rect l="l" t="t" r="r" b="b"/>
              <a:pathLst>
                <a:path w="40004" h="267335">
                  <a:moveTo>
                    <a:pt x="39671" y="245015"/>
                  </a:moveTo>
                  <a:lnTo>
                    <a:pt x="18244" y="266743"/>
                  </a:lnTo>
                  <a:lnTo>
                    <a:pt x="15810" y="266277"/>
                  </a:lnTo>
                  <a:lnTo>
                    <a:pt x="1572" y="245277"/>
                  </a:lnTo>
                  <a:lnTo>
                    <a:pt x="2038" y="242844"/>
                  </a:lnTo>
                  <a:lnTo>
                    <a:pt x="23034" y="228606"/>
                  </a:lnTo>
                  <a:lnTo>
                    <a:pt x="25467" y="229072"/>
                  </a:lnTo>
                  <a:lnTo>
                    <a:pt x="39671" y="245015"/>
                  </a:lnTo>
                  <a:close/>
                </a:path>
                <a:path w="40004" h="267335">
                  <a:moveTo>
                    <a:pt x="39147" y="168813"/>
                  </a:moveTo>
                  <a:lnTo>
                    <a:pt x="17720" y="190541"/>
                  </a:lnTo>
                  <a:lnTo>
                    <a:pt x="15286" y="190075"/>
                  </a:lnTo>
                  <a:lnTo>
                    <a:pt x="1048" y="169075"/>
                  </a:lnTo>
                  <a:lnTo>
                    <a:pt x="1514" y="166642"/>
                  </a:lnTo>
                  <a:lnTo>
                    <a:pt x="22510" y="152404"/>
                  </a:lnTo>
                  <a:lnTo>
                    <a:pt x="24943" y="152870"/>
                  </a:lnTo>
                  <a:lnTo>
                    <a:pt x="39147" y="168813"/>
                  </a:lnTo>
                  <a:close/>
                </a:path>
                <a:path w="40004" h="267335">
                  <a:moveTo>
                    <a:pt x="38623" y="92611"/>
                  </a:moveTo>
                  <a:lnTo>
                    <a:pt x="17195" y="114339"/>
                  </a:lnTo>
                  <a:lnTo>
                    <a:pt x="14762" y="113873"/>
                  </a:lnTo>
                  <a:lnTo>
                    <a:pt x="524" y="92873"/>
                  </a:lnTo>
                  <a:lnTo>
                    <a:pt x="990" y="90440"/>
                  </a:lnTo>
                  <a:lnTo>
                    <a:pt x="21986" y="76202"/>
                  </a:lnTo>
                  <a:lnTo>
                    <a:pt x="24419" y="76668"/>
                  </a:lnTo>
                  <a:lnTo>
                    <a:pt x="38623" y="92611"/>
                  </a:lnTo>
                  <a:close/>
                </a:path>
                <a:path w="40004" h="267335">
                  <a:moveTo>
                    <a:pt x="38099" y="16409"/>
                  </a:moveTo>
                  <a:lnTo>
                    <a:pt x="16671" y="38137"/>
                  </a:lnTo>
                  <a:lnTo>
                    <a:pt x="14238" y="37671"/>
                  </a:lnTo>
                  <a:lnTo>
                    <a:pt x="0" y="16671"/>
                  </a:lnTo>
                  <a:lnTo>
                    <a:pt x="466" y="14238"/>
                  </a:lnTo>
                  <a:lnTo>
                    <a:pt x="21462" y="0"/>
                  </a:lnTo>
                  <a:lnTo>
                    <a:pt x="23895" y="466"/>
                  </a:lnTo>
                  <a:lnTo>
                    <a:pt x="38099" y="16409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22253" y="5424107"/>
              <a:ext cx="152397" cy="15239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146030" y="5797435"/>
              <a:ext cx="2085339" cy="1016000"/>
            </a:xfrm>
            <a:custGeom>
              <a:avLst/>
              <a:gdLst/>
              <a:ahLst/>
              <a:cxnLst/>
              <a:rect l="l" t="t" r="r" b="b"/>
              <a:pathLst>
                <a:path w="2085340" h="1016000">
                  <a:moveTo>
                    <a:pt x="2003412" y="1015390"/>
                  </a:moveTo>
                  <a:lnTo>
                    <a:pt x="1999399" y="947661"/>
                  </a:lnTo>
                  <a:lnTo>
                    <a:pt x="1993633" y="901001"/>
                  </a:lnTo>
                  <a:lnTo>
                    <a:pt x="1985657" y="855040"/>
                  </a:lnTo>
                  <a:lnTo>
                    <a:pt x="1975535" y="809853"/>
                  </a:lnTo>
                  <a:lnTo>
                    <a:pt x="1963305" y="765492"/>
                  </a:lnTo>
                  <a:lnTo>
                    <a:pt x="1949030" y="721995"/>
                  </a:lnTo>
                  <a:lnTo>
                    <a:pt x="1932762" y="679437"/>
                  </a:lnTo>
                  <a:lnTo>
                    <a:pt x="1914563" y="637882"/>
                  </a:lnTo>
                  <a:lnTo>
                    <a:pt x="1894497" y="597357"/>
                  </a:lnTo>
                  <a:lnTo>
                    <a:pt x="1872602" y="557936"/>
                  </a:lnTo>
                  <a:lnTo>
                    <a:pt x="1848942" y="519671"/>
                  </a:lnTo>
                  <a:lnTo>
                    <a:pt x="1823567" y="482612"/>
                  </a:lnTo>
                  <a:lnTo>
                    <a:pt x="1796542" y="446824"/>
                  </a:lnTo>
                  <a:lnTo>
                    <a:pt x="1767916" y="412356"/>
                  </a:lnTo>
                  <a:lnTo>
                    <a:pt x="1737753" y="379272"/>
                  </a:lnTo>
                  <a:lnTo>
                    <a:pt x="1706092" y="347611"/>
                  </a:lnTo>
                  <a:lnTo>
                    <a:pt x="1673009" y="317436"/>
                  </a:lnTo>
                  <a:lnTo>
                    <a:pt x="1638541" y="288823"/>
                  </a:lnTo>
                  <a:lnTo>
                    <a:pt x="1602752" y="261797"/>
                  </a:lnTo>
                  <a:lnTo>
                    <a:pt x="1565694" y="236423"/>
                  </a:lnTo>
                  <a:lnTo>
                    <a:pt x="1527429" y="212763"/>
                  </a:lnTo>
                  <a:lnTo>
                    <a:pt x="1487995" y="190868"/>
                  </a:lnTo>
                  <a:lnTo>
                    <a:pt x="1447482" y="170802"/>
                  </a:lnTo>
                  <a:lnTo>
                    <a:pt x="1405915" y="152603"/>
                  </a:lnTo>
                  <a:lnTo>
                    <a:pt x="1363357" y="136347"/>
                  </a:lnTo>
                  <a:lnTo>
                    <a:pt x="1319872" y="122072"/>
                  </a:lnTo>
                  <a:lnTo>
                    <a:pt x="1275499" y="109842"/>
                  </a:lnTo>
                  <a:lnTo>
                    <a:pt x="1230312" y="99720"/>
                  </a:lnTo>
                  <a:lnTo>
                    <a:pt x="1184351" y="91744"/>
                  </a:lnTo>
                  <a:lnTo>
                    <a:pt x="1137691" y="85979"/>
                  </a:lnTo>
                  <a:lnTo>
                    <a:pt x="1090371" y="82473"/>
                  </a:lnTo>
                  <a:lnTo>
                    <a:pt x="1042441" y="81292"/>
                  </a:lnTo>
                  <a:lnTo>
                    <a:pt x="994524" y="82473"/>
                  </a:lnTo>
                  <a:lnTo>
                    <a:pt x="947204" y="85966"/>
                  </a:lnTo>
                  <a:lnTo>
                    <a:pt x="900531" y="91732"/>
                  </a:lnTo>
                  <a:lnTo>
                    <a:pt x="854583" y="99707"/>
                  </a:lnTo>
                  <a:lnTo>
                    <a:pt x="809396" y="109842"/>
                  </a:lnTo>
                  <a:lnTo>
                    <a:pt x="765022" y="122072"/>
                  </a:lnTo>
                  <a:lnTo>
                    <a:pt x="721537" y="136347"/>
                  </a:lnTo>
                  <a:lnTo>
                    <a:pt x="678980" y="152603"/>
                  </a:lnTo>
                  <a:lnTo>
                    <a:pt x="637413" y="170802"/>
                  </a:lnTo>
                  <a:lnTo>
                    <a:pt x="596900" y="190868"/>
                  </a:lnTo>
                  <a:lnTo>
                    <a:pt x="557466" y="212763"/>
                  </a:lnTo>
                  <a:lnTo>
                    <a:pt x="519201" y="236423"/>
                  </a:lnTo>
                  <a:lnTo>
                    <a:pt x="482155" y="261797"/>
                  </a:lnTo>
                  <a:lnTo>
                    <a:pt x="446354" y="288823"/>
                  </a:lnTo>
                  <a:lnTo>
                    <a:pt x="411886" y="317436"/>
                  </a:lnTo>
                  <a:lnTo>
                    <a:pt x="378802" y="347611"/>
                  </a:lnTo>
                  <a:lnTo>
                    <a:pt x="347141" y="379272"/>
                  </a:lnTo>
                  <a:lnTo>
                    <a:pt x="316979" y="412356"/>
                  </a:lnTo>
                  <a:lnTo>
                    <a:pt x="288353" y="446824"/>
                  </a:lnTo>
                  <a:lnTo>
                    <a:pt x="261327" y="482612"/>
                  </a:lnTo>
                  <a:lnTo>
                    <a:pt x="235953" y="519671"/>
                  </a:lnTo>
                  <a:lnTo>
                    <a:pt x="212293" y="557936"/>
                  </a:lnTo>
                  <a:lnTo>
                    <a:pt x="190398" y="597357"/>
                  </a:lnTo>
                  <a:lnTo>
                    <a:pt x="170332" y="637882"/>
                  </a:lnTo>
                  <a:lnTo>
                    <a:pt x="152133" y="679450"/>
                  </a:lnTo>
                  <a:lnTo>
                    <a:pt x="135864" y="721995"/>
                  </a:lnTo>
                  <a:lnTo>
                    <a:pt x="121602" y="765492"/>
                  </a:lnTo>
                  <a:lnTo>
                    <a:pt x="109359" y="809853"/>
                  </a:lnTo>
                  <a:lnTo>
                    <a:pt x="99237" y="855040"/>
                  </a:lnTo>
                  <a:lnTo>
                    <a:pt x="91262" y="901001"/>
                  </a:lnTo>
                  <a:lnTo>
                    <a:pt x="85496" y="947661"/>
                  </a:lnTo>
                  <a:lnTo>
                    <a:pt x="81991" y="994994"/>
                  </a:lnTo>
                  <a:lnTo>
                    <a:pt x="81483" y="1015390"/>
                  </a:lnTo>
                  <a:lnTo>
                    <a:pt x="2003412" y="1015390"/>
                  </a:lnTo>
                  <a:close/>
                </a:path>
                <a:path w="2085340" h="1016000">
                  <a:moveTo>
                    <a:pt x="2084882" y="1015390"/>
                  </a:moveTo>
                  <a:lnTo>
                    <a:pt x="2081225" y="948105"/>
                  </a:lnTo>
                  <a:lnTo>
                    <a:pt x="2075954" y="901573"/>
                  </a:lnTo>
                  <a:lnTo>
                    <a:pt x="2068664" y="855662"/>
                  </a:lnTo>
                  <a:lnTo>
                    <a:pt x="2059381" y="810450"/>
                  </a:lnTo>
                  <a:lnTo>
                    <a:pt x="2048179" y="765949"/>
                  </a:lnTo>
                  <a:lnTo>
                    <a:pt x="2035073" y="722236"/>
                  </a:lnTo>
                  <a:lnTo>
                    <a:pt x="2020138" y="679335"/>
                  </a:lnTo>
                  <a:lnTo>
                    <a:pt x="2003399" y="637298"/>
                  </a:lnTo>
                  <a:lnTo>
                    <a:pt x="1984921" y="596188"/>
                  </a:lnTo>
                  <a:lnTo>
                    <a:pt x="1964728" y="556031"/>
                  </a:lnTo>
                  <a:lnTo>
                    <a:pt x="1942884" y="516877"/>
                  </a:lnTo>
                  <a:lnTo>
                    <a:pt x="1919439" y="478777"/>
                  </a:lnTo>
                  <a:lnTo>
                    <a:pt x="1894420" y="441782"/>
                  </a:lnTo>
                  <a:lnTo>
                    <a:pt x="1867890" y="405930"/>
                  </a:lnTo>
                  <a:lnTo>
                    <a:pt x="1839887" y="371271"/>
                  </a:lnTo>
                  <a:lnTo>
                    <a:pt x="1810461" y="337845"/>
                  </a:lnTo>
                  <a:lnTo>
                    <a:pt x="1779651" y="305701"/>
                  </a:lnTo>
                  <a:lnTo>
                    <a:pt x="1747520" y="274904"/>
                  </a:lnTo>
                  <a:lnTo>
                    <a:pt x="1714093" y="245478"/>
                  </a:lnTo>
                  <a:lnTo>
                    <a:pt x="1679435" y="217474"/>
                  </a:lnTo>
                  <a:lnTo>
                    <a:pt x="1643583" y="190931"/>
                  </a:lnTo>
                  <a:lnTo>
                    <a:pt x="1606588" y="165925"/>
                  </a:lnTo>
                  <a:lnTo>
                    <a:pt x="1568488" y="142468"/>
                  </a:lnTo>
                  <a:lnTo>
                    <a:pt x="1529334" y="120624"/>
                  </a:lnTo>
                  <a:lnTo>
                    <a:pt x="1489176" y="100431"/>
                  </a:lnTo>
                  <a:lnTo>
                    <a:pt x="1447876" y="81876"/>
                  </a:lnTo>
                  <a:lnTo>
                    <a:pt x="1405991" y="65201"/>
                  </a:lnTo>
                  <a:lnTo>
                    <a:pt x="1363129" y="50279"/>
                  </a:lnTo>
                  <a:lnTo>
                    <a:pt x="1319415" y="37172"/>
                  </a:lnTo>
                  <a:lnTo>
                    <a:pt x="1274914" y="25958"/>
                  </a:lnTo>
                  <a:lnTo>
                    <a:pt x="1229690" y="16687"/>
                  </a:lnTo>
                  <a:lnTo>
                    <a:pt x="1183792" y="9385"/>
                  </a:lnTo>
                  <a:lnTo>
                    <a:pt x="1137246" y="4127"/>
                  </a:lnTo>
                  <a:lnTo>
                    <a:pt x="1090117" y="927"/>
                  </a:lnTo>
                  <a:lnTo>
                    <a:pt x="1049045" y="0"/>
                  </a:lnTo>
                  <a:lnTo>
                    <a:pt x="1035837" y="0"/>
                  </a:lnTo>
                  <a:lnTo>
                    <a:pt x="994702" y="927"/>
                  </a:lnTo>
                  <a:lnTo>
                    <a:pt x="947521" y="4140"/>
                  </a:lnTo>
                  <a:lnTo>
                    <a:pt x="900938" y="9410"/>
                  </a:lnTo>
                  <a:lnTo>
                    <a:pt x="855014" y="16725"/>
                  </a:lnTo>
                  <a:lnTo>
                    <a:pt x="809802" y="26009"/>
                  </a:lnTo>
                  <a:lnTo>
                    <a:pt x="765352" y="37211"/>
                  </a:lnTo>
                  <a:lnTo>
                    <a:pt x="721702" y="50292"/>
                  </a:lnTo>
                  <a:lnTo>
                    <a:pt x="678865" y="65214"/>
                  </a:lnTo>
                  <a:lnTo>
                    <a:pt x="636828" y="81953"/>
                  </a:lnTo>
                  <a:lnTo>
                    <a:pt x="595718" y="100431"/>
                  </a:lnTo>
                  <a:lnTo>
                    <a:pt x="555561" y="120624"/>
                  </a:lnTo>
                  <a:lnTo>
                    <a:pt x="516407" y="142468"/>
                  </a:lnTo>
                  <a:lnTo>
                    <a:pt x="478307" y="165925"/>
                  </a:lnTo>
                  <a:lnTo>
                    <a:pt x="441312" y="190931"/>
                  </a:lnTo>
                  <a:lnTo>
                    <a:pt x="405460" y="217474"/>
                  </a:lnTo>
                  <a:lnTo>
                    <a:pt x="370789" y="245478"/>
                  </a:lnTo>
                  <a:lnTo>
                    <a:pt x="337375" y="274904"/>
                  </a:lnTo>
                  <a:lnTo>
                    <a:pt x="305231" y="305701"/>
                  </a:lnTo>
                  <a:lnTo>
                    <a:pt x="274434" y="337845"/>
                  </a:lnTo>
                  <a:lnTo>
                    <a:pt x="244995" y="371271"/>
                  </a:lnTo>
                  <a:lnTo>
                    <a:pt x="216992" y="405930"/>
                  </a:lnTo>
                  <a:lnTo>
                    <a:pt x="190461" y="441782"/>
                  </a:lnTo>
                  <a:lnTo>
                    <a:pt x="165442" y="478777"/>
                  </a:lnTo>
                  <a:lnTo>
                    <a:pt x="141998" y="516877"/>
                  </a:lnTo>
                  <a:lnTo>
                    <a:pt x="120154" y="556031"/>
                  </a:lnTo>
                  <a:lnTo>
                    <a:pt x="99961" y="596188"/>
                  </a:lnTo>
                  <a:lnTo>
                    <a:pt x="81470" y="637298"/>
                  </a:lnTo>
                  <a:lnTo>
                    <a:pt x="64744" y="679335"/>
                  </a:lnTo>
                  <a:lnTo>
                    <a:pt x="49796" y="722236"/>
                  </a:lnTo>
                  <a:lnTo>
                    <a:pt x="36703" y="765949"/>
                  </a:lnTo>
                  <a:lnTo>
                    <a:pt x="25488" y="810450"/>
                  </a:lnTo>
                  <a:lnTo>
                    <a:pt x="16205" y="855662"/>
                  </a:lnTo>
                  <a:lnTo>
                    <a:pt x="8915" y="901573"/>
                  </a:lnTo>
                  <a:lnTo>
                    <a:pt x="3644" y="948105"/>
                  </a:lnTo>
                  <a:lnTo>
                    <a:pt x="444" y="995235"/>
                  </a:lnTo>
                  <a:lnTo>
                    <a:pt x="0" y="1015390"/>
                  </a:lnTo>
                  <a:lnTo>
                    <a:pt x="27228" y="1015390"/>
                  </a:lnTo>
                  <a:lnTo>
                    <a:pt x="27698" y="995159"/>
                  </a:lnTo>
                  <a:lnTo>
                    <a:pt x="30988" y="947978"/>
                  </a:lnTo>
                  <a:lnTo>
                    <a:pt x="36410" y="901395"/>
                  </a:lnTo>
                  <a:lnTo>
                    <a:pt x="43916" y="855484"/>
                  </a:lnTo>
                  <a:lnTo>
                    <a:pt x="53467" y="810272"/>
                  </a:lnTo>
                  <a:lnTo>
                    <a:pt x="64998" y="765810"/>
                  </a:lnTo>
                  <a:lnTo>
                    <a:pt x="78460" y="722172"/>
                  </a:lnTo>
                  <a:lnTo>
                    <a:pt x="93814" y="679373"/>
                  </a:lnTo>
                  <a:lnTo>
                    <a:pt x="111010" y="637489"/>
                  </a:lnTo>
                  <a:lnTo>
                    <a:pt x="129997" y="596557"/>
                  </a:lnTo>
                  <a:lnTo>
                    <a:pt x="150723" y="556628"/>
                  </a:lnTo>
                  <a:lnTo>
                    <a:pt x="173139" y="517740"/>
                  </a:lnTo>
                  <a:lnTo>
                    <a:pt x="197192" y="479971"/>
                  </a:lnTo>
                  <a:lnTo>
                    <a:pt x="222846" y="443344"/>
                  </a:lnTo>
                  <a:lnTo>
                    <a:pt x="250037" y="407911"/>
                  </a:lnTo>
                  <a:lnTo>
                    <a:pt x="278739" y="373735"/>
                  </a:lnTo>
                  <a:lnTo>
                    <a:pt x="308864" y="340855"/>
                  </a:lnTo>
                  <a:lnTo>
                    <a:pt x="340398" y="309333"/>
                  </a:lnTo>
                  <a:lnTo>
                    <a:pt x="373278" y="279196"/>
                  </a:lnTo>
                  <a:lnTo>
                    <a:pt x="407454" y="250494"/>
                  </a:lnTo>
                  <a:lnTo>
                    <a:pt x="442887" y="223304"/>
                  </a:lnTo>
                  <a:lnTo>
                    <a:pt x="479513" y="197650"/>
                  </a:lnTo>
                  <a:lnTo>
                    <a:pt x="517283" y="173596"/>
                  </a:lnTo>
                  <a:lnTo>
                    <a:pt x="556158" y="151180"/>
                  </a:lnTo>
                  <a:lnTo>
                    <a:pt x="596099" y="130454"/>
                  </a:lnTo>
                  <a:lnTo>
                    <a:pt x="637032" y="111467"/>
                  </a:lnTo>
                  <a:lnTo>
                    <a:pt x="678865" y="94297"/>
                  </a:lnTo>
                  <a:lnTo>
                    <a:pt x="721702" y="78917"/>
                  </a:lnTo>
                  <a:lnTo>
                    <a:pt x="765352" y="65443"/>
                  </a:lnTo>
                  <a:lnTo>
                    <a:pt x="809980" y="53886"/>
                  </a:lnTo>
                  <a:lnTo>
                    <a:pt x="855192" y="44335"/>
                  </a:lnTo>
                  <a:lnTo>
                    <a:pt x="901103" y="36842"/>
                  </a:lnTo>
                  <a:lnTo>
                    <a:pt x="947521" y="31432"/>
                  </a:lnTo>
                  <a:lnTo>
                    <a:pt x="994702" y="28143"/>
                  </a:lnTo>
                  <a:lnTo>
                    <a:pt x="1042454" y="27038"/>
                  </a:lnTo>
                  <a:lnTo>
                    <a:pt x="1090117" y="28143"/>
                  </a:lnTo>
                  <a:lnTo>
                    <a:pt x="1137386" y="31432"/>
                  </a:lnTo>
                  <a:lnTo>
                    <a:pt x="1183970" y="36855"/>
                  </a:lnTo>
                  <a:lnTo>
                    <a:pt x="1229893" y="44373"/>
                  </a:lnTo>
                  <a:lnTo>
                    <a:pt x="1275092" y="53911"/>
                  </a:lnTo>
                  <a:lnTo>
                    <a:pt x="1319555" y="65443"/>
                  </a:lnTo>
                  <a:lnTo>
                    <a:pt x="1363129" y="78892"/>
                  </a:lnTo>
                  <a:lnTo>
                    <a:pt x="1405991" y="94272"/>
                  </a:lnTo>
                  <a:lnTo>
                    <a:pt x="1448066" y="111556"/>
                  </a:lnTo>
                  <a:lnTo>
                    <a:pt x="1488808" y="130454"/>
                  </a:lnTo>
                  <a:lnTo>
                    <a:pt x="1528737" y="151180"/>
                  </a:lnTo>
                  <a:lnTo>
                    <a:pt x="1567611" y="173596"/>
                  </a:lnTo>
                  <a:lnTo>
                    <a:pt x="1605394" y="197650"/>
                  </a:lnTo>
                  <a:lnTo>
                    <a:pt x="1642021" y="223304"/>
                  </a:lnTo>
                  <a:lnTo>
                    <a:pt x="1677441" y="250494"/>
                  </a:lnTo>
                  <a:lnTo>
                    <a:pt x="1711617" y="279196"/>
                  </a:lnTo>
                  <a:lnTo>
                    <a:pt x="1744497" y="309321"/>
                  </a:lnTo>
                  <a:lnTo>
                    <a:pt x="1776031" y="340855"/>
                  </a:lnTo>
                  <a:lnTo>
                    <a:pt x="1806168" y="373735"/>
                  </a:lnTo>
                  <a:lnTo>
                    <a:pt x="1834857" y="407924"/>
                  </a:lnTo>
                  <a:lnTo>
                    <a:pt x="1862048" y="443344"/>
                  </a:lnTo>
                  <a:lnTo>
                    <a:pt x="1887702" y="479971"/>
                  </a:lnTo>
                  <a:lnTo>
                    <a:pt x="1911756" y="517753"/>
                  </a:lnTo>
                  <a:lnTo>
                    <a:pt x="1934184" y="556628"/>
                  </a:lnTo>
                  <a:lnTo>
                    <a:pt x="1954898" y="596557"/>
                  </a:lnTo>
                  <a:lnTo>
                    <a:pt x="1973884" y="637489"/>
                  </a:lnTo>
                  <a:lnTo>
                    <a:pt x="1991080" y="679373"/>
                  </a:lnTo>
                  <a:lnTo>
                    <a:pt x="2006434" y="722172"/>
                  </a:lnTo>
                  <a:lnTo>
                    <a:pt x="2019909" y="765822"/>
                  </a:lnTo>
                  <a:lnTo>
                    <a:pt x="2031441" y="810272"/>
                  </a:lnTo>
                  <a:lnTo>
                    <a:pt x="2040978" y="855484"/>
                  </a:lnTo>
                  <a:lnTo>
                    <a:pt x="2048497" y="901395"/>
                  </a:lnTo>
                  <a:lnTo>
                    <a:pt x="2053920" y="947978"/>
                  </a:lnTo>
                  <a:lnTo>
                    <a:pt x="2057209" y="995159"/>
                  </a:lnTo>
                  <a:lnTo>
                    <a:pt x="2057679" y="1015390"/>
                  </a:lnTo>
                  <a:lnTo>
                    <a:pt x="2084882" y="1015390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39576" y="5895148"/>
              <a:ext cx="1838018" cy="1838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58428" y="6003564"/>
              <a:ext cx="1612026" cy="161202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169424" y="7733588"/>
              <a:ext cx="38100" cy="267335"/>
            </a:xfrm>
            <a:custGeom>
              <a:avLst/>
              <a:gdLst/>
              <a:ahLst/>
              <a:cxnLst/>
              <a:rect l="l" t="t" r="r" b="b"/>
              <a:pathLst>
                <a:path w="38100" h="267334">
                  <a:moveTo>
                    <a:pt x="0" y="21579"/>
                  </a:moveTo>
                  <a:lnTo>
                    <a:pt x="0" y="16523"/>
                  </a:lnTo>
                  <a:lnTo>
                    <a:pt x="483" y="1409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21579"/>
                  </a:lnTo>
                  <a:lnTo>
                    <a:pt x="21576" y="38103"/>
                  </a:lnTo>
                  <a:lnTo>
                    <a:pt x="16523" y="38103"/>
                  </a:lnTo>
                  <a:lnTo>
                    <a:pt x="0" y="21579"/>
                  </a:lnTo>
                  <a:close/>
                </a:path>
                <a:path w="38100" h="267334">
                  <a:moveTo>
                    <a:pt x="0" y="97783"/>
                  </a:moveTo>
                  <a:lnTo>
                    <a:pt x="0" y="92727"/>
                  </a:lnTo>
                  <a:lnTo>
                    <a:pt x="483" y="90297"/>
                  </a:lnTo>
                  <a:lnTo>
                    <a:pt x="16523" y="76203"/>
                  </a:lnTo>
                  <a:lnTo>
                    <a:pt x="21576" y="76203"/>
                  </a:lnTo>
                  <a:lnTo>
                    <a:pt x="38099" y="92727"/>
                  </a:lnTo>
                  <a:lnTo>
                    <a:pt x="38099" y="97783"/>
                  </a:lnTo>
                  <a:lnTo>
                    <a:pt x="21576" y="114307"/>
                  </a:lnTo>
                  <a:lnTo>
                    <a:pt x="16523" y="114307"/>
                  </a:lnTo>
                  <a:lnTo>
                    <a:pt x="0" y="97783"/>
                  </a:lnTo>
                  <a:close/>
                </a:path>
                <a:path w="38100" h="267334">
                  <a:moveTo>
                    <a:pt x="0" y="173987"/>
                  </a:moveTo>
                  <a:lnTo>
                    <a:pt x="0" y="168931"/>
                  </a:lnTo>
                  <a:lnTo>
                    <a:pt x="483" y="166501"/>
                  </a:lnTo>
                  <a:lnTo>
                    <a:pt x="16523" y="152407"/>
                  </a:lnTo>
                  <a:lnTo>
                    <a:pt x="21576" y="152407"/>
                  </a:lnTo>
                  <a:lnTo>
                    <a:pt x="38099" y="168931"/>
                  </a:lnTo>
                  <a:lnTo>
                    <a:pt x="38099" y="173987"/>
                  </a:lnTo>
                  <a:lnTo>
                    <a:pt x="21576" y="190511"/>
                  </a:lnTo>
                  <a:lnTo>
                    <a:pt x="16523" y="190511"/>
                  </a:lnTo>
                  <a:lnTo>
                    <a:pt x="0" y="173987"/>
                  </a:lnTo>
                  <a:close/>
                </a:path>
                <a:path w="38100" h="267334">
                  <a:moveTo>
                    <a:pt x="0" y="250191"/>
                  </a:moveTo>
                  <a:lnTo>
                    <a:pt x="0" y="245135"/>
                  </a:lnTo>
                  <a:lnTo>
                    <a:pt x="483" y="242705"/>
                  </a:lnTo>
                  <a:lnTo>
                    <a:pt x="16523" y="228611"/>
                  </a:lnTo>
                  <a:lnTo>
                    <a:pt x="21576" y="228611"/>
                  </a:lnTo>
                  <a:lnTo>
                    <a:pt x="38099" y="245135"/>
                  </a:lnTo>
                  <a:lnTo>
                    <a:pt x="38099" y="250191"/>
                  </a:lnTo>
                  <a:lnTo>
                    <a:pt x="21576" y="266715"/>
                  </a:lnTo>
                  <a:lnTo>
                    <a:pt x="16523" y="266715"/>
                  </a:lnTo>
                  <a:lnTo>
                    <a:pt x="0" y="250191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12274" y="8049034"/>
              <a:ext cx="152399" cy="1523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201132" y="6812825"/>
              <a:ext cx="2085339" cy="1016000"/>
            </a:xfrm>
            <a:custGeom>
              <a:avLst/>
              <a:gdLst/>
              <a:ahLst/>
              <a:cxnLst/>
              <a:rect l="l" t="t" r="r" b="b"/>
              <a:pathLst>
                <a:path w="2085340" h="1016000">
                  <a:moveTo>
                    <a:pt x="2003386" y="0"/>
                  </a:moveTo>
                  <a:lnTo>
                    <a:pt x="81470" y="0"/>
                  </a:lnTo>
                  <a:lnTo>
                    <a:pt x="81965" y="20396"/>
                  </a:lnTo>
                  <a:lnTo>
                    <a:pt x="85471" y="67716"/>
                  </a:lnTo>
                  <a:lnTo>
                    <a:pt x="91236" y="114388"/>
                  </a:lnTo>
                  <a:lnTo>
                    <a:pt x="99212" y="160337"/>
                  </a:lnTo>
                  <a:lnTo>
                    <a:pt x="109347" y="205524"/>
                  </a:lnTo>
                  <a:lnTo>
                    <a:pt x="121577" y="249897"/>
                  </a:lnTo>
                  <a:lnTo>
                    <a:pt x="135851" y="293382"/>
                  </a:lnTo>
                  <a:lnTo>
                    <a:pt x="152107" y="335940"/>
                  </a:lnTo>
                  <a:lnTo>
                    <a:pt x="170307" y="377507"/>
                  </a:lnTo>
                  <a:lnTo>
                    <a:pt x="190373" y="418020"/>
                  </a:lnTo>
                  <a:lnTo>
                    <a:pt x="212267" y="457454"/>
                  </a:lnTo>
                  <a:lnTo>
                    <a:pt x="235927" y="495719"/>
                  </a:lnTo>
                  <a:lnTo>
                    <a:pt x="261302" y="532765"/>
                  </a:lnTo>
                  <a:lnTo>
                    <a:pt x="288328" y="568553"/>
                  </a:lnTo>
                  <a:lnTo>
                    <a:pt x="316953" y="603021"/>
                  </a:lnTo>
                  <a:lnTo>
                    <a:pt x="347116" y="636117"/>
                  </a:lnTo>
                  <a:lnTo>
                    <a:pt x="378777" y="667766"/>
                  </a:lnTo>
                  <a:lnTo>
                    <a:pt x="411873" y="697941"/>
                  </a:lnTo>
                  <a:lnTo>
                    <a:pt x="446341" y="726567"/>
                  </a:lnTo>
                  <a:lnTo>
                    <a:pt x="482130" y="753592"/>
                  </a:lnTo>
                  <a:lnTo>
                    <a:pt x="519188" y="778954"/>
                  </a:lnTo>
                  <a:lnTo>
                    <a:pt x="557453" y="802614"/>
                  </a:lnTo>
                  <a:lnTo>
                    <a:pt x="596874" y="824509"/>
                  </a:lnTo>
                  <a:lnTo>
                    <a:pt x="637400" y="844575"/>
                  </a:lnTo>
                  <a:lnTo>
                    <a:pt x="678967" y="862774"/>
                  </a:lnTo>
                  <a:lnTo>
                    <a:pt x="721525" y="879030"/>
                  </a:lnTo>
                  <a:lnTo>
                    <a:pt x="765009" y="893305"/>
                  </a:lnTo>
                  <a:lnTo>
                    <a:pt x="809371" y="905535"/>
                  </a:lnTo>
                  <a:lnTo>
                    <a:pt x="854557" y="915670"/>
                  </a:lnTo>
                  <a:lnTo>
                    <a:pt x="900518" y="923645"/>
                  </a:lnTo>
                  <a:lnTo>
                    <a:pt x="947191" y="929411"/>
                  </a:lnTo>
                  <a:lnTo>
                    <a:pt x="994511" y="932903"/>
                  </a:lnTo>
                  <a:lnTo>
                    <a:pt x="1042428" y="934085"/>
                  </a:lnTo>
                  <a:lnTo>
                    <a:pt x="1090358" y="932903"/>
                  </a:lnTo>
                  <a:lnTo>
                    <a:pt x="1137678" y="929411"/>
                  </a:lnTo>
                  <a:lnTo>
                    <a:pt x="1184338" y="923645"/>
                  </a:lnTo>
                  <a:lnTo>
                    <a:pt x="1230299" y="915670"/>
                  </a:lnTo>
                  <a:lnTo>
                    <a:pt x="1275486" y="905535"/>
                  </a:lnTo>
                  <a:lnTo>
                    <a:pt x="1319847" y="893305"/>
                  </a:lnTo>
                  <a:lnTo>
                    <a:pt x="1363332" y="879030"/>
                  </a:lnTo>
                  <a:lnTo>
                    <a:pt x="1405890" y="862774"/>
                  </a:lnTo>
                  <a:lnTo>
                    <a:pt x="1447457" y="844575"/>
                  </a:lnTo>
                  <a:lnTo>
                    <a:pt x="1487982" y="824509"/>
                  </a:lnTo>
                  <a:lnTo>
                    <a:pt x="1527403" y="802614"/>
                  </a:lnTo>
                  <a:lnTo>
                    <a:pt x="1565668" y="778954"/>
                  </a:lnTo>
                  <a:lnTo>
                    <a:pt x="1602727" y="753592"/>
                  </a:lnTo>
                  <a:lnTo>
                    <a:pt x="1638515" y="726567"/>
                  </a:lnTo>
                  <a:lnTo>
                    <a:pt x="1672983" y="697941"/>
                  </a:lnTo>
                  <a:lnTo>
                    <a:pt x="1706079" y="667766"/>
                  </a:lnTo>
                  <a:lnTo>
                    <a:pt x="1737728" y="636117"/>
                  </a:lnTo>
                  <a:lnTo>
                    <a:pt x="1767903" y="603021"/>
                  </a:lnTo>
                  <a:lnTo>
                    <a:pt x="1796529" y="568553"/>
                  </a:lnTo>
                  <a:lnTo>
                    <a:pt x="1823554" y="532765"/>
                  </a:lnTo>
                  <a:lnTo>
                    <a:pt x="1848916" y="495719"/>
                  </a:lnTo>
                  <a:lnTo>
                    <a:pt x="1872576" y="457441"/>
                  </a:lnTo>
                  <a:lnTo>
                    <a:pt x="1894471" y="418020"/>
                  </a:lnTo>
                  <a:lnTo>
                    <a:pt x="1914550" y="377507"/>
                  </a:lnTo>
                  <a:lnTo>
                    <a:pt x="1932736" y="335940"/>
                  </a:lnTo>
                  <a:lnTo>
                    <a:pt x="1949005" y="293382"/>
                  </a:lnTo>
                  <a:lnTo>
                    <a:pt x="1963280" y="249897"/>
                  </a:lnTo>
                  <a:lnTo>
                    <a:pt x="1975510" y="205524"/>
                  </a:lnTo>
                  <a:lnTo>
                    <a:pt x="1985645" y="160337"/>
                  </a:lnTo>
                  <a:lnTo>
                    <a:pt x="1993620" y="114376"/>
                  </a:lnTo>
                  <a:lnTo>
                    <a:pt x="1999386" y="67716"/>
                  </a:lnTo>
                  <a:lnTo>
                    <a:pt x="2002878" y="20396"/>
                  </a:lnTo>
                  <a:lnTo>
                    <a:pt x="2003386" y="0"/>
                  </a:lnTo>
                  <a:close/>
                </a:path>
                <a:path w="2085340" h="1016000">
                  <a:moveTo>
                    <a:pt x="2084882" y="0"/>
                  </a:moveTo>
                  <a:lnTo>
                    <a:pt x="2057654" y="0"/>
                  </a:lnTo>
                  <a:lnTo>
                    <a:pt x="2057184" y="20218"/>
                  </a:lnTo>
                  <a:lnTo>
                    <a:pt x="2053894" y="67398"/>
                  </a:lnTo>
                  <a:lnTo>
                    <a:pt x="2048471" y="113982"/>
                  </a:lnTo>
                  <a:lnTo>
                    <a:pt x="2040953" y="159905"/>
                  </a:lnTo>
                  <a:lnTo>
                    <a:pt x="2031415" y="205117"/>
                  </a:lnTo>
                  <a:lnTo>
                    <a:pt x="2019884" y="249567"/>
                  </a:lnTo>
                  <a:lnTo>
                    <a:pt x="2006409" y="293217"/>
                  </a:lnTo>
                  <a:lnTo>
                    <a:pt x="1991055" y="336003"/>
                  </a:lnTo>
                  <a:lnTo>
                    <a:pt x="1973859" y="377888"/>
                  </a:lnTo>
                  <a:lnTo>
                    <a:pt x="1954872" y="418820"/>
                  </a:lnTo>
                  <a:lnTo>
                    <a:pt x="1934159" y="458762"/>
                  </a:lnTo>
                  <a:lnTo>
                    <a:pt x="1911743" y="497636"/>
                  </a:lnTo>
                  <a:lnTo>
                    <a:pt x="1887677" y="535406"/>
                  </a:lnTo>
                  <a:lnTo>
                    <a:pt x="1862023" y="572033"/>
                  </a:lnTo>
                  <a:lnTo>
                    <a:pt x="1834832" y="607466"/>
                  </a:lnTo>
                  <a:lnTo>
                    <a:pt x="1806143" y="641642"/>
                  </a:lnTo>
                  <a:lnTo>
                    <a:pt x="1776006" y="674522"/>
                  </a:lnTo>
                  <a:lnTo>
                    <a:pt x="1744472" y="706056"/>
                  </a:lnTo>
                  <a:lnTo>
                    <a:pt x="1711591" y="736193"/>
                  </a:lnTo>
                  <a:lnTo>
                    <a:pt x="1677416" y="764882"/>
                  </a:lnTo>
                  <a:lnTo>
                    <a:pt x="1641995" y="792073"/>
                  </a:lnTo>
                  <a:lnTo>
                    <a:pt x="1605368" y="817727"/>
                  </a:lnTo>
                  <a:lnTo>
                    <a:pt x="1567586" y="841781"/>
                  </a:lnTo>
                  <a:lnTo>
                    <a:pt x="1528711" y="864209"/>
                  </a:lnTo>
                  <a:lnTo>
                    <a:pt x="1488782" y="884936"/>
                  </a:lnTo>
                  <a:lnTo>
                    <a:pt x="1447850" y="903909"/>
                  </a:lnTo>
                  <a:lnTo>
                    <a:pt x="1406017" y="921092"/>
                  </a:lnTo>
                  <a:lnTo>
                    <a:pt x="1363167" y="936472"/>
                  </a:lnTo>
                  <a:lnTo>
                    <a:pt x="1319517" y="949934"/>
                  </a:lnTo>
                  <a:lnTo>
                    <a:pt x="1274902" y="961504"/>
                  </a:lnTo>
                  <a:lnTo>
                    <a:pt x="1229677" y="971042"/>
                  </a:lnTo>
                  <a:lnTo>
                    <a:pt x="1183767" y="978535"/>
                  </a:lnTo>
                  <a:lnTo>
                    <a:pt x="1137361" y="983945"/>
                  </a:lnTo>
                  <a:lnTo>
                    <a:pt x="1090168" y="987234"/>
                  </a:lnTo>
                  <a:lnTo>
                    <a:pt x="1042428" y="988339"/>
                  </a:lnTo>
                  <a:lnTo>
                    <a:pt x="994752" y="987234"/>
                  </a:lnTo>
                  <a:lnTo>
                    <a:pt x="947483" y="983945"/>
                  </a:lnTo>
                  <a:lnTo>
                    <a:pt x="900899" y="978522"/>
                  </a:lnTo>
                  <a:lnTo>
                    <a:pt x="854989" y="971016"/>
                  </a:lnTo>
                  <a:lnTo>
                    <a:pt x="809777" y="961466"/>
                  </a:lnTo>
                  <a:lnTo>
                    <a:pt x="765327" y="949934"/>
                  </a:lnTo>
                  <a:lnTo>
                    <a:pt x="721741" y="936485"/>
                  </a:lnTo>
                  <a:lnTo>
                    <a:pt x="678891" y="921105"/>
                  </a:lnTo>
                  <a:lnTo>
                    <a:pt x="636816" y="903833"/>
                  </a:lnTo>
                  <a:lnTo>
                    <a:pt x="596061" y="884936"/>
                  </a:lnTo>
                  <a:lnTo>
                    <a:pt x="556133" y="864209"/>
                  </a:lnTo>
                  <a:lnTo>
                    <a:pt x="517258" y="841794"/>
                  </a:lnTo>
                  <a:lnTo>
                    <a:pt x="479488" y="817727"/>
                  </a:lnTo>
                  <a:lnTo>
                    <a:pt x="442861" y="792073"/>
                  </a:lnTo>
                  <a:lnTo>
                    <a:pt x="407428" y="764882"/>
                  </a:lnTo>
                  <a:lnTo>
                    <a:pt x="373253" y="736193"/>
                  </a:lnTo>
                  <a:lnTo>
                    <a:pt x="340372" y="706056"/>
                  </a:lnTo>
                  <a:lnTo>
                    <a:pt x="308838" y="674522"/>
                  </a:lnTo>
                  <a:lnTo>
                    <a:pt x="278714" y="641642"/>
                  </a:lnTo>
                  <a:lnTo>
                    <a:pt x="250012" y="607466"/>
                  </a:lnTo>
                  <a:lnTo>
                    <a:pt x="222821" y="572033"/>
                  </a:lnTo>
                  <a:lnTo>
                    <a:pt x="197167" y="535406"/>
                  </a:lnTo>
                  <a:lnTo>
                    <a:pt x="173113" y="497636"/>
                  </a:lnTo>
                  <a:lnTo>
                    <a:pt x="150698" y="458749"/>
                  </a:lnTo>
                  <a:lnTo>
                    <a:pt x="129971" y="418820"/>
                  </a:lnTo>
                  <a:lnTo>
                    <a:pt x="110985" y="377888"/>
                  </a:lnTo>
                  <a:lnTo>
                    <a:pt x="93789" y="336003"/>
                  </a:lnTo>
                  <a:lnTo>
                    <a:pt x="78435" y="293217"/>
                  </a:lnTo>
                  <a:lnTo>
                    <a:pt x="64973" y="249567"/>
                  </a:lnTo>
                  <a:lnTo>
                    <a:pt x="53441" y="205105"/>
                  </a:lnTo>
                  <a:lnTo>
                    <a:pt x="43891" y="159905"/>
                  </a:lnTo>
                  <a:lnTo>
                    <a:pt x="36385" y="113982"/>
                  </a:lnTo>
                  <a:lnTo>
                    <a:pt x="30962" y="67398"/>
                  </a:lnTo>
                  <a:lnTo>
                    <a:pt x="27673" y="20218"/>
                  </a:lnTo>
                  <a:lnTo>
                    <a:pt x="27203" y="0"/>
                  </a:lnTo>
                  <a:lnTo>
                    <a:pt x="0" y="0"/>
                  </a:lnTo>
                  <a:lnTo>
                    <a:pt x="3644" y="67271"/>
                  </a:lnTo>
                  <a:lnTo>
                    <a:pt x="8915" y="113804"/>
                  </a:lnTo>
                  <a:lnTo>
                    <a:pt x="16217" y="159715"/>
                  </a:lnTo>
                  <a:lnTo>
                    <a:pt x="25488" y="204939"/>
                  </a:lnTo>
                  <a:lnTo>
                    <a:pt x="36703" y="249428"/>
                  </a:lnTo>
                  <a:lnTo>
                    <a:pt x="49796" y="293154"/>
                  </a:lnTo>
                  <a:lnTo>
                    <a:pt x="64744" y="336054"/>
                  </a:lnTo>
                  <a:lnTo>
                    <a:pt x="81470" y="378079"/>
                  </a:lnTo>
                  <a:lnTo>
                    <a:pt x="99961" y="419201"/>
                  </a:lnTo>
                  <a:lnTo>
                    <a:pt x="120142" y="459359"/>
                  </a:lnTo>
                  <a:lnTo>
                    <a:pt x="141986" y="498500"/>
                  </a:lnTo>
                  <a:lnTo>
                    <a:pt x="165442" y="536600"/>
                  </a:lnTo>
                  <a:lnTo>
                    <a:pt x="190449" y="573608"/>
                  </a:lnTo>
                  <a:lnTo>
                    <a:pt x="216992" y="609460"/>
                  </a:lnTo>
                  <a:lnTo>
                    <a:pt x="244995" y="644118"/>
                  </a:lnTo>
                  <a:lnTo>
                    <a:pt x="274421" y="677532"/>
                  </a:lnTo>
                  <a:lnTo>
                    <a:pt x="305219" y="709676"/>
                  </a:lnTo>
                  <a:lnTo>
                    <a:pt x="337362" y="740473"/>
                  </a:lnTo>
                  <a:lnTo>
                    <a:pt x="370776" y="769912"/>
                  </a:lnTo>
                  <a:lnTo>
                    <a:pt x="405434" y="797915"/>
                  </a:lnTo>
                  <a:lnTo>
                    <a:pt x="441286" y="824445"/>
                  </a:lnTo>
                  <a:lnTo>
                    <a:pt x="478294" y="849464"/>
                  </a:lnTo>
                  <a:lnTo>
                    <a:pt x="516382" y="872909"/>
                  </a:lnTo>
                  <a:lnTo>
                    <a:pt x="555536" y="894753"/>
                  </a:lnTo>
                  <a:lnTo>
                    <a:pt x="595693" y="914946"/>
                  </a:lnTo>
                  <a:lnTo>
                    <a:pt x="636993" y="933500"/>
                  </a:lnTo>
                  <a:lnTo>
                    <a:pt x="678891" y="950175"/>
                  </a:lnTo>
                  <a:lnTo>
                    <a:pt x="721741" y="965111"/>
                  </a:lnTo>
                  <a:lnTo>
                    <a:pt x="765467" y="978204"/>
                  </a:lnTo>
                  <a:lnTo>
                    <a:pt x="809955" y="989418"/>
                  </a:lnTo>
                  <a:lnTo>
                    <a:pt x="855179" y="998689"/>
                  </a:lnTo>
                  <a:lnTo>
                    <a:pt x="901090" y="1005992"/>
                  </a:lnTo>
                  <a:lnTo>
                    <a:pt x="947623" y="1011262"/>
                  </a:lnTo>
                  <a:lnTo>
                    <a:pt x="994752" y="1014450"/>
                  </a:lnTo>
                  <a:lnTo>
                    <a:pt x="1042428" y="1015415"/>
                  </a:lnTo>
                  <a:lnTo>
                    <a:pt x="1090168" y="1014450"/>
                  </a:lnTo>
                  <a:lnTo>
                    <a:pt x="1137361" y="1011250"/>
                  </a:lnTo>
                  <a:lnTo>
                    <a:pt x="1183932" y="1005967"/>
                  </a:lnTo>
                  <a:lnTo>
                    <a:pt x="1229855" y="998651"/>
                  </a:lnTo>
                  <a:lnTo>
                    <a:pt x="1275067" y="989380"/>
                  </a:lnTo>
                  <a:lnTo>
                    <a:pt x="1319517" y="978166"/>
                  </a:lnTo>
                  <a:lnTo>
                    <a:pt x="1363167" y="965085"/>
                  </a:lnTo>
                  <a:lnTo>
                    <a:pt x="1406017" y="950163"/>
                  </a:lnTo>
                  <a:lnTo>
                    <a:pt x="1448041" y="933424"/>
                  </a:lnTo>
                  <a:lnTo>
                    <a:pt x="1489163" y="914946"/>
                  </a:lnTo>
                  <a:lnTo>
                    <a:pt x="1529321" y="894753"/>
                  </a:lnTo>
                  <a:lnTo>
                    <a:pt x="1568475" y="872909"/>
                  </a:lnTo>
                  <a:lnTo>
                    <a:pt x="1606562" y="849464"/>
                  </a:lnTo>
                  <a:lnTo>
                    <a:pt x="1643570" y="824445"/>
                  </a:lnTo>
                  <a:lnTo>
                    <a:pt x="1679422" y="797915"/>
                  </a:lnTo>
                  <a:lnTo>
                    <a:pt x="1714080" y="769912"/>
                  </a:lnTo>
                  <a:lnTo>
                    <a:pt x="1747507" y="740473"/>
                  </a:lnTo>
                  <a:lnTo>
                    <a:pt x="1779638" y="709676"/>
                  </a:lnTo>
                  <a:lnTo>
                    <a:pt x="1810448" y="677532"/>
                  </a:lnTo>
                  <a:lnTo>
                    <a:pt x="1839874" y="644118"/>
                  </a:lnTo>
                  <a:lnTo>
                    <a:pt x="1867877" y="609460"/>
                  </a:lnTo>
                  <a:lnTo>
                    <a:pt x="1894408" y="573608"/>
                  </a:lnTo>
                  <a:lnTo>
                    <a:pt x="1919427" y="536600"/>
                  </a:lnTo>
                  <a:lnTo>
                    <a:pt x="1942884" y="498500"/>
                  </a:lnTo>
                  <a:lnTo>
                    <a:pt x="1964728" y="459359"/>
                  </a:lnTo>
                  <a:lnTo>
                    <a:pt x="1984908" y="419201"/>
                  </a:lnTo>
                  <a:lnTo>
                    <a:pt x="2003399" y="378079"/>
                  </a:lnTo>
                  <a:lnTo>
                    <a:pt x="2020138" y="336054"/>
                  </a:lnTo>
                  <a:lnTo>
                    <a:pt x="2035073" y="293154"/>
                  </a:lnTo>
                  <a:lnTo>
                    <a:pt x="2048179" y="249428"/>
                  </a:lnTo>
                  <a:lnTo>
                    <a:pt x="2059393" y="204939"/>
                  </a:lnTo>
                  <a:lnTo>
                    <a:pt x="2068664" y="159715"/>
                  </a:lnTo>
                  <a:lnTo>
                    <a:pt x="2075967" y="113804"/>
                  </a:lnTo>
                  <a:lnTo>
                    <a:pt x="2081225" y="67271"/>
                  </a:lnTo>
                  <a:lnTo>
                    <a:pt x="2084425" y="20142"/>
                  </a:lnTo>
                  <a:lnTo>
                    <a:pt x="2084882" y="0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23239" y="5895060"/>
              <a:ext cx="1838018" cy="18383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42092" y="6003476"/>
              <a:ext cx="1612026" cy="161202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3195349" y="5625128"/>
              <a:ext cx="40005" cy="267335"/>
            </a:xfrm>
            <a:custGeom>
              <a:avLst/>
              <a:gdLst/>
              <a:ahLst/>
              <a:cxnLst/>
              <a:rect l="l" t="t" r="r" b="b"/>
              <a:pathLst>
                <a:path w="40005" h="267335">
                  <a:moveTo>
                    <a:pt x="39671" y="245015"/>
                  </a:moveTo>
                  <a:lnTo>
                    <a:pt x="18244" y="266743"/>
                  </a:lnTo>
                  <a:lnTo>
                    <a:pt x="15810" y="266277"/>
                  </a:lnTo>
                  <a:lnTo>
                    <a:pt x="1572" y="245277"/>
                  </a:lnTo>
                  <a:lnTo>
                    <a:pt x="2038" y="242844"/>
                  </a:lnTo>
                  <a:lnTo>
                    <a:pt x="23034" y="228606"/>
                  </a:lnTo>
                  <a:lnTo>
                    <a:pt x="25467" y="229072"/>
                  </a:lnTo>
                  <a:lnTo>
                    <a:pt x="39671" y="245015"/>
                  </a:lnTo>
                  <a:close/>
                </a:path>
                <a:path w="40005" h="267335">
                  <a:moveTo>
                    <a:pt x="39147" y="168813"/>
                  </a:moveTo>
                  <a:lnTo>
                    <a:pt x="17720" y="190541"/>
                  </a:lnTo>
                  <a:lnTo>
                    <a:pt x="15286" y="190075"/>
                  </a:lnTo>
                  <a:lnTo>
                    <a:pt x="1048" y="169075"/>
                  </a:lnTo>
                  <a:lnTo>
                    <a:pt x="1514" y="166642"/>
                  </a:lnTo>
                  <a:lnTo>
                    <a:pt x="22510" y="152404"/>
                  </a:lnTo>
                  <a:lnTo>
                    <a:pt x="24943" y="152870"/>
                  </a:lnTo>
                  <a:lnTo>
                    <a:pt x="39147" y="168813"/>
                  </a:lnTo>
                  <a:close/>
                </a:path>
                <a:path w="40005" h="267335">
                  <a:moveTo>
                    <a:pt x="38623" y="92611"/>
                  </a:moveTo>
                  <a:lnTo>
                    <a:pt x="17195" y="114339"/>
                  </a:lnTo>
                  <a:lnTo>
                    <a:pt x="14762" y="113873"/>
                  </a:lnTo>
                  <a:lnTo>
                    <a:pt x="524" y="92873"/>
                  </a:lnTo>
                  <a:lnTo>
                    <a:pt x="990" y="90440"/>
                  </a:lnTo>
                  <a:lnTo>
                    <a:pt x="21986" y="76202"/>
                  </a:lnTo>
                  <a:lnTo>
                    <a:pt x="24419" y="76668"/>
                  </a:lnTo>
                  <a:lnTo>
                    <a:pt x="38623" y="92611"/>
                  </a:lnTo>
                  <a:close/>
                </a:path>
                <a:path w="40005" h="267335">
                  <a:moveTo>
                    <a:pt x="38099" y="16409"/>
                  </a:moveTo>
                  <a:lnTo>
                    <a:pt x="16671" y="38137"/>
                  </a:lnTo>
                  <a:lnTo>
                    <a:pt x="14238" y="37671"/>
                  </a:lnTo>
                  <a:lnTo>
                    <a:pt x="0" y="16671"/>
                  </a:lnTo>
                  <a:lnTo>
                    <a:pt x="466" y="14238"/>
                  </a:lnTo>
                  <a:lnTo>
                    <a:pt x="21462" y="0"/>
                  </a:lnTo>
                  <a:lnTo>
                    <a:pt x="23895" y="466"/>
                  </a:lnTo>
                  <a:lnTo>
                    <a:pt x="38099" y="16409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37227" y="5424019"/>
              <a:ext cx="152397" cy="15239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4262913" y="5797435"/>
              <a:ext cx="2085339" cy="1016000"/>
            </a:xfrm>
            <a:custGeom>
              <a:avLst/>
              <a:gdLst/>
              <a:ahLst/>
              <a:cxnLst/>
              <a:rect l="l" t="t" r="r" b="b"/>
              <a:pathLst>
                <a:path w="2085340" h="1016000">
                  <a:moveTo>
                    <a:pt x="2003412" y="1015390"/>
                  </a:moveTo>
                  <a:lnTo>
                    <a:pt x="1999411" y="947661"/>
                  </a:lnTo>
                  <a:lnTo>
                    <a:pt x="1993646" y="901001"/>
                  </a:lnTo>
                  <a:lnTo>
                    <a:pt x="1985670" y="855040"/>
                  </a:lnTo>
                  <a:lnTo>
                    <a:pt x="1975535" y="809853"/>
                  </a:lnTo>
                  <a:lnTo>
                    <a:pt x="1963305" y="765492"/>
                  </a:lnTo>
                  <a:lnTo>
                    <a:pt x="1949030" y="721995"/>
                  </a:lnTo>
                  <a:lnTo>
                    <a:pt x="1932774" y="679437"/>
                  </a:lnTo>
                  <a:lnTo>
                    <a:pt x="1914575" y="637882"/>
                  </a:lnTo>
                  <a:lnTo>
                    <a:pt x="1894509" y="597357"/>
                  </a:lnTo>
                  <a:lnTo>
                    <a:pt x="1872615" y="557936"/>
                  </a:lnTo>
                  <a:lnTo>
                    <a:pt x="1848954" y="519671"/>
                  </a:lnTo>
                  <a:lnTo>
                    <a:pt x="1823580" y="482612"/>
                  </a:lnTo>
                  <a:lnTo>
                    <a:pt x="1796554" y="446824"/>
                  </a:lnTo>
                  <a:lnTo>
                    <a:pt x="1767928" y="412356"/>
                  </a:lnTo>
                  <a:lnTo>
                    <a:pt x="1737766" y="379272"/>
                  </a:lnTo>
                  <a:lnTo>
                    <a:pt x="1706105" y="347611"/>
                  </a:lnTo>
                  <a:lnTo>
                    <a:pt x="1673009" y="317436"/>
                  </a:lnTo>
                  <a:lnTo>
                    <a:pt x="1638541" y="288823"/>
                  </a:lnTo>
                  <a:lnTo>
                    <a:pt x="1602752" y="261797"/>
                  </a:lnTo>
                  <a:lnTo>
                    <a:pt x="1565694" y="236423"/>
                  </a:lnTo>
                  <a:lnTo>
                    <a:pt x="1527429" y="212763"/>
                  </a:lnTo>
                  <a:lnTo>
                    <a:pt x="1488008" y="190868"/>
                  </a:lnTo>
                  <a:lnTo>
                    <a:pt x="1447482" y="170802"/>
                  </a:lnTo>
                  <a:lnTo>
                    <a:pt x="1405915" y="152603"/>
                  </a:lnTo>
                  <a:lnTo>
                    <a:pt x="1363370" y="136347"/>
                  </a:lnTo>
                  <a:lnTo>
                    <a:pt x="1319872" y="122072"/>
                  </a:lnTo>
                  <a:lnTo>
                    <a:pt x="1275511" y="109842"/>
                  </a:lnTo>
                  <a:lnTo>
                    <a:pt x="1230325" y="99720"/>
                  </a:lnTo>
                  <a:lnTo>
                    <a:pt x="1184363" y="91744"/>
                  </a:lnTo>
                  <a:lnTo>
                    <a:pt x="1137704" y="85979"/>
                  </a:lnTo>
                  <a:lnTo>
                    <a:pt x="1090371" y="82473"/>
                  </a:lnTo>
                  <a:lnTo>
                    <a:pt x="1042454" y="81292"/>
                  </a:lnTo>
                  <a:lnTo>
                    <a:pt x="994537" y="82473"/>
                  </a:lnTo>
                  <a:lnTo>
                    <a:pt x="947204" y="85966"/>
                  </a:lnTo>
                  <a:lnTo>
                    <a:pt x="900544" y="91732"/>
                  </a:lnTo>
                  <a:lnTo>
                    <a:pt x="854583" y="99707"/>
                  </a:lnTo>
                  <a:lnTo>
                    <a:pt x="809396" y="109842"/>
                  </a:lnTo>
                  <a:lnTo>
                    <a:pt x="765035" y="122072"/>
                  </a:lnTo>
                  <a:lnTo>
                    <a:pt x="721550" y="136347"/>
                  </a:lnTo>
                  <a:lnTo>
                    <a:pt x="678992" y="152603"/>
                  </a:lnTo>
                  <a:lnTo>
                    <a:pt x="637425" y="170802"/>
                  </a:lnTo>
                  <a:lnTo>
                    <a:pt x="596900" y="190868"/>
                  </a:lnTo>
                  <a:lnTo>
                    <a:pt x="557479" y="212763"/>
                  </a:lnTo>
                  <a:lnTo>
                    <a:pt x="519214" y="236423"/>
                  </a:lnTo>
                  <a:lnTo>
                    <a:pt x="482155" y="261797"/>
                  </a:lnTo>
                  <a:lnTo>
                    <a:pt x="446366" y="288823"/>
                  </a:lnTo>
                  <a:lnTo>
                    <a:pt x="411899" y="317436"/>
                  </a:lnTo>
                  <a:lnTo>
                    <a:pt x="378815" y="347611"/>
                  </a:lnTo>
                  <a:lnTo>
                    <a:pt x="347154" y="379272"/>
                  </a:lnTo>
                  <a:lnTo>
                    <a:pt x="316979" y="412356"/>
                  </a:lnTo>
                  <a:lnTo>
                    <a:pt x="288353" y="446824"/>
                  </a:lnTo>
                  <a:lnTo>
                    <a:pt x="261327" y="482612"/>
                  </a:lnTo>
                  <a:lnTo>
                    <a:pt x="235966" y="519671"/>
                  </a:lnTo>
                  <a:lnTo>
                    <a:pt x="212305" y="557936"/>
                  </a:lnTo>
                  <a:lnTo>
                    <a:pt x="190411" y="597357"/>
                  </a:lnTo>
                  <a:lnTo>
                    <a:pt x="170332" y="637882"/>
                  </a:lnTo>
                  <a:lnTo>
                    <a:pt x="152146" y="679450"/>
                  </a:lnTo>
                  <a:lnTo>
                    <a:pt x="135877" y="721995"/>
                  </a:lnTo>
                  <a:lnTo>
                    <a:pt x="121602" y="765492"/>
                  </a:lnTo>
                  <a:lnTo>
                    <a:pt x="109372" y="809853"/>
                  </a:lnTo>
                  <a:lnTo>
                    <a:pt x="99237" y="855040"/>
                  </a:lnTo>
                  <a:lnTo>
                    <a:pt x="91262" y="901001"/>
                  </a:lnTo>
                  <a:lnTo>
                    <a:pt x="85496" y="947661"/>
                  </a:lnTo>
                  <a:lnTo>
                    <a:pt x="82003" y="994994"/>
                  </a:lnTo>
                  <a:lnTo>
                    <a:pt x="81495" y="1015390"/>
                  </a:lnTo>
                  <a:lnTo>
                    <a:pt x="2003412" y="1015390"/>
                  </a:lnTo>
                  <a:close/>
                </a:path>
                <a:path w="2085340" h="1016000">
                  <a:moveTo>
                    <a:pt x="2084882" y="1015390"/>
                  </a:moveTo>
                  <a:lnTo>
                    <a:pt x="2081237" y="948105"/>
                  </a:lnTo>
                  <a:lnTo>
                    <a:pt x="2075967" y="901573"/>
                  </a:lnTo>
                  <a:lnTo>
                    <a:pt x="2068677" y="855662"/>
                  </a:lnTo>
                  <a:lnTo>
                    <a:pt x="2059393" y="810450"/>
                  </a:lnTo>
                  <a:lnTo>
                    <a:pt x="2048179" y="765949"/>
                  </a:lnTo>
                  <a:lnTo>
                    <a:pt x="2035086" y="722236"/>
                  </a:lnTo>
                  <a:lnTo>
                    <a:pt x="2020150" y="679335"/>
                  </a:lnTo>
                  <a:lnTo>
                    <a:pt x="2003412" y="637298"/>
                  </a:lnTo>
                  <a:lnTo>
                    <a:pt x="1984921" y="596188"/>
                  </a:lnTo>
                  <a:lnTo>
                    <a:pt x="1964740" y="556031"/>
                  </a:lnTo>
                  <a:lnTo>
                    <a:pt x="1942896" y="516877"/>
                  </a:lnTo>
                  <a:lnTo>
                    <a:pt x="1919439" y="478777"/>
                  </a:lnTo>
                  <a:lnTo>
                    <a:pt x="1894433" y="441782"/>
                  </a:lnTo>
                  <a:lnTo>
                    <a:pt x="1867890" y="405930"/>
                  </a:lnTo>
                  <a:lnTo>
                    <a:pt x="1839899" y="371271"/>
                  </a:lnTo>
                  <a:lnTo>
                    <a:pt x="1810461" y="337845"/>
                  </a:lnTo>
                  <a:lnTo>
                    <a:pt x="1779663" y="305701"/>
                  </a:lnTo>
                  <a:lnTo>
                    <a:pt x="1747520" y="274904"/>
                  </a:lnTo>
                  <a:lnTo>
                    <a:pt x="1714106" y="245478"/>
                  </a:lnTo>
                  <a:lnTo>
                    <a:pt x="1679448" y="217474"/>
                  </a:lnTo>
                  <a:lnTo>
                    <a:pt x="1643595" y="190931"/>
                  </a:lnTo>
                  <a:lnTo>
                    <a:pt x="1606600" y="165925"/>
                  </a:lnTo>
                  <a:lnTo>
                    <a:pt x="1568500" y="142468"/>
                  </a:lnTo>
                  <a:lnTo>
                    <a:pt x="1529346" y="120624"/>
                  </a:lnTo>
                  <a:lnTo>
                    <a:pt x="1489189" y="100431"/>
                  </a:lnTo>
                  <a:lnTo>
                    <a:pt x="1447888" y="81876"/>
                  </a:lnTo>
                  <a:lnTo>
                    <a:pt x="1406004" y="65201"/>
                  </a:lnTo>
                  <a:lnTo>
                    <a:pt x="1363141" y="50279"/>
                  </a:lnTo>
                  <a:lnTo>
                    <a:pt x="1319415" y="37172"/>
                  </a:lnTo>
                  <a:lnTo>
                    <a:pt x="1274927" y="25958"/>
                  </a:lnTo>
                  <a:lnTo>
                    <a:pt x="1229702" y="16687"/>
                  </a:lnTo>
                  <a:lnTo>
                    <a:pt x="1183792" y="9385"/>
                  </a:lnTo>
                  <a:lnTo>
                    <a:pt x="1137259" y="4127"/>
                  </a:lnTo>
                  <a:lnTo>
                    <a:pt x="1090129" y="927"/>
                  </a:lnTo>
                  <a:lnTo>
                    <a:pt x="1049058" y="0"/>
                  </a:lnTo>
                  <a:lnTo>
                    <a:pt x="1035850" y="0"/>
                  </a:lnTo>
                  <a:lnTo>
                    <a:pt x="994714" y="927"/>
                  </a:lnTo>
                  <a:lnTo>
                    <a:pt x="947521" y="4140"/>
                  </a:lnTo>
                  <a:lnTo>
                    <a:pt x="900950" y="9410"/>
                  </a:lnTo>
                  <a:lnTo>
                    <a:pt x="855027" y="16725"/>
                  </a:lnTo>
                  <a:lnTo>
                    <a:pt x="809815" y="26009"/>
                  </a:lnTo>
                  <a:lnTo>
                    <a:pt x="765365" y="37211"/>
                  </a:lnTo>
                  <a:lnTo>
                    <a:pt x="721715" y="50292"/>
                  </a:lnTo>
                  <a:lnTo>
                    <a:pt x="678865" y="65214"/>
                  </a:lnTo>
                  <a:lnTo>
                    <a:pt x="636841" y="81953"/>
                  </a:lnTo>
                  <a:lnTo>
                    <a:pt x="595718" y="100431"/>
                  </a:lnTo>
                  <a:lnTo>
                    <a:pt x="555561" y="120624"/>
                  </a:lnTo>
                  <a:lnTo>
                    <a:pt x="516407" y="142468"/>
                  </a:lnTo>
                  <a:lnTo>
                    <a:pt x="478320" y="165925"/>
                  </a:lnTo>
                  <a:lnTo>
                    <a:pt x="441312" y="190931"/>
                  </a:lnTo>
                  <a:lnTo>
                    <a:pt x="405460" y="217474"/>
                  </a:lnTo>
                  <a:lnTo>
                    <a:pt x="370801" y="245478"/>
                  </a:lnTo>
                  <a:lnTo>
                    <a:pt x="337375" y="274904"/>
                  </a:lnTo>
                  <a:lnTo>
                    <a:pt x="305244" y="305701"/>
                  </a:lnTo>
                  <a:lnTo>
                    <a:pt x="274434" y="337845"/>
                  </a:lnTo>
                  <a:lnTo>
                    <a:pt x="245008" y="371271"/>
                  </a:lnTo>
                  <a:lnTo>
                    <a:pt x="217004" y="405930"/>
                  </a:lnTo>
                  <a:lnTo>
                    <a:pt x="190474" y="441782"/>
                  </a:lnTo>
                  <a:lnTo>
                    <a:pt x="165455" y="478777"/>
                  </a:lnTo>
                  <a:lnTo>
                    <a:pt x="141998" y="516877"/>
                  </a:lnTo>
                  <a:lnTo>
                    <a:pt x="120154" y="556031"/>
                  </a:lnTo>
                  <a:lnTo>
                    <a:pt x="99974" y="596188"/>
                  </a:lnTo>
                  <a:lnTo>
                    <a:pt x="81483" y="637298"/>
                  </a:lnTo>
                  <a:lnTo>
                    <a:pt x="64744" y="679335"/>
                  </a:lnTo>
                  <a:lnTo>
                    <a:pt x="49809" y="722236"/>
                  </a:lnTo>
                  <a:lnTo>
                    <a:pt x="36703" y="765949"/>
                  </a:lnTo>
                  <a:lnTo>
                    <a:pt x="25501" y="810450"/>
                  </a:lnTo>
                  <a:lnTo>
                    <a:pt x="16217" y="855662"/>
                  </a:lnTo>
                  <a:lnTo>
                    <a:pt x="8928" y="901573"/>
                  </a:lnTo>
                  <a:lnTo>
                    <a:pt x="3657" y="948105"/>
                  </a:lnTo>
                  <a:lnTo>
                    <a:pt x="457" y="995235"/>
                  </a:lnTo>
                  <a:lnTo>
                    <a:pt x="0" y="1015390"/>
                  </a:lnTo>
                  <a:lnTo>
                    <a:pt x="27228" y="1015390"/>
                  </a:lnTo>
                  <a:lnTo>
                    <a:pt x="27698" y="995159"/>
                  </a:lnTo>
                  <a:lnTo>
                    <a:pt x="30988" y="947978"/>
                  </a:lnTo>
                  <a:lnTo>
                    <a:pt x="36423" y="901395"/>
                  </a:lnTo>
                  <a:lnTo>
                    <a:pt x="43929" y="855484"/>
                  </a:lnTo>
                  <a:lnTo>
                    <a:pt x="53467" y="810272"/>
                  </a:lnTo>
                  <a:lnTo>
                    <a:pt x="64998" y="765810"/>
                  </a:lnTo>
                  <a:lnTo>
                    <a:pt x="78473" y="722172"/>
                  </a:lnTo>
                  <a:lnTo>
                    <a:pt x="93827" y="679373"/>
                  </a:lnTo>
                  <a:lnTo>
                    <a:pt x="111023" y="637489"/>
                  </a:lnTo>
                  <a:lnTo>
                    <a:pt x="130009" y="596557"/>
                  </a:lnTo>
                  <a:lnTo>
                    <a:pt x="150736" y="556628"/>
                  </a:lnTo>
                  <a:lnTo>
                    <a:pt x="173151" y="517740"/>
                  </a:lnTo>
                  <a:lnTo>
                    <a:pt x="197205" y="479971"/>
                  </a:lnTo>
                  <a:lnTo>
                    <a:pt x="222859" y="443344"/>
                  </a:lnTo>
                  <a:lnTo>
                    <a:pt x="250050" y="407911"/>
                  </a:lnTo>
                  <a:lnTo>
                    <a:pt x="278739" y="373735"/>
                  </a:lnTo>
                  <a:lnTo>
                    <a:pt x="308876" y="340855"/>
                  </a:lnTo>
                  <a:lnTo>
                    <a:pt x="340410" y="309333"/>
                  </a:lnTo>
                  <a:lnTo>
                    <a:pt x="373291" y="279196"/>
                  </a:lnTo>
                  <a:lnTo>
                    <a:pt x="407466" y="250494"/>
                  </a:lnTo>
                  <a:lnTo>
                    <a:pt x="442887" y="223304"/>
                  </a:lnTo>
                  <a:lnTo>
                    <a:pt x="479513" y="197650"/>
                  </a:lnTo>
                  <a:lnTo>
                    <a:pt x="517296" y="173596"/>
                  </a:lnTo>
                  <a:lnTo>
                    <a:pt x="556171" y="151180"/>
                  </a:lnTo>
                  <a:lnTo>
                    <a:pt x="596099" y="130454"/>
                  </a:lnTo>
                  <a:lnTo>
                    <a:pt x="637032" y="111467"/>
                  </a:lnTo>
                  <a:lnTo>
                    <a:pt x="678865" y="94297"/>
                  </a:lnTo>
                  <a:lnTo>
                    <a:pt x="721715" y="78917"/>
                  </a:lnTo>
                  <a:lnTo>
                    <a:pt x="765365" y="65443"/>
                  </a:lnTo>
                  <a:lnTo>
                    <a:pt x="809980" y="53886"/>
                  </a:lnTo>
                  <a:lnTo>
                    <a:pt x="855205" y="44335"/>
                  </a:lnTo>
                  <a:lnTo>
                    <a:pt x="901115" y="36842"/>
                  </a:lnTo>
                  <a:lnTo>
                    <a:pt x="947521" y="31432"/>
                  </a:lnTo>
                  <a:lnTo>
                    <a:pt x="994714" y="28143"/>
                  </a:lnTo>
                  <a:lnTo>
                    <a:pt x="1042466" y="27038"/>
                  </a:lnTo>
                  <a:lnTo>
                    <a:pt x="1090129" y="28143"/>
                  </a:lnTo>
                  <a:lnTo>
                    <a:pt x="1137399" y="31432"/>
                  </a:lnTo>
                  <a:lnTo>
                    <a:pt x="1183982" y="36855"/>
                  </a:lnTo>
                  <a:lnTo>
                    <a:pt x="1229893" y="44373"/>
                  </a:lnTo>
                  <a:lnTo>
                    <a:pt x="1275105" y="53911"/>
                  </a:lnTo>
                  <a:lnTo>
                    <a:pt x="1319555" y="65443"/>
                  </a:lnTo>
                  <a:lnTo>
                    <a:pt x="1363141" y="78892"/>
                  </a:lnTo>
                  <a:lnTo>
                    <a:pt x="1406004" y="94272"/>
                  </a:lnTo>
                  <a:lnTo>
                    <a:pt x="1448066" y="111556"/>
                  </a:lnTo>
                  <a:lnTo>
                    <a:pt x="1488821" y="130454"/>
                  </a:lnTo>
                  <a:lnTo>
                    <a:pt x="1528749" y="151180"/>
                  </a:lnTo>
                  <a:lnTo>
                    <a:pt x="1567624" y="173596"/>
                  </a:lnTo>
                  <a:lnTo>
                    <a:pt x="1605407" y="197650"/>
                  </a:lnTo>
                  <a:lnTo>
                    <a:pt x="1642021" y="223304"/>
                  </a:lnTo>
                  <a:lnTo>
                    <a:pt x="1677454" y="250494"/>
                  </a:lnTo>
                  <a:lnTo>
                    <a:pt x="1711629" y="279196"/>
                  </a:lnTo>
                  <a:lnTo>
                    <a:pt x="1744510" y="309321"/>
                  </a:lnTo>
                  <a:lnTo>
                    <a:pt x="1776044" y="340855"/>
                  </a:lnTo>
                  <a:lnTo>
                    <a:pt x="1806181" y="373735"/>
                  </a:lnTo>
                  <a:lnTo>
                    <a:pt x="1834870" y="407924"/>
                  </a:lnTo>
                  <a:lnTo>
                    <a:pt x="1862061" y="443344"/>
                  </a:lnTo>
                  <a:lnTo>
                    <a:pt x="1887715" y="479971"/>
                  </a:lnTo>
                  <a:lnTo>
                    <a:pt x="1911769" y="517753"/>
                  </a:lnTo>
                  <a:lnTo>
                    <a:pt x="1934184" y="556628"/>
                  </a:lnTo>
                  <a:lnTo>
                    <a:pt x="1954911" y="596557"/>
                  </a:lnTo>
                  <a:lnTo>
                    <a:pt x="1973897" y="637489"/>
                  </a:lnTo>
                  <a:lnTo>
                    <a:pt x="1991093" y="679373"/>
                  </a:lnTo>
                  <a:lnTo>
                    <a:pt x="2006447" y="722172"/>
                  </a:lnTo>
                  <a:lnTo>
                    <a:pt x="2019922" y="765822"/>
                  </a:lnTo>
                  <a:lnTo>
                    <a:pt x="2031441" y="810272"/>
                  </a:lnTo>
                  <a:lnTo>
                    <a:pt x="2040991" y="855484"/>
                  </a:lnTo>
                  <a:lnTo>
                    <a:pt x="2048497" y="901395"/>
                  </a:lnTo>
                  <a:lnTo>
                    <a:pt x="2053920" y="947978"/>
                  </a:lnTo>
                  <a:lnTo>
                    <a:pt x="2057222" y="995159"/>
                  </a:lnTo>
                  <a:lnTo>
                    <a:pt x="2057679" y="1015390"/>
                  </a:lnTo>
                  <a:lnTo>
                    <a:pt x="2084882" y="1015390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56469" y="5895148"/>
              <a:ext cx="1838018" cy="18383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5322" y="6003564"/>
              <a:ext cx="1612026" cy="161202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5286317" y="7733588"/>
              <a:ext cx="38100" cy="267335"/>
            </a:xfrm>
            <a:custGeom>
              <a:avLst/>
              <a:gdLst/>
              <a:ahLst/>
              <a:cxnLst/>
              <a:rect l="l" t="t" r="r" b="b"/>
              <a:pathLst>
                <a:path w="38100" h="267334">
                  <a:moveTo>
                    <a:pt x="0" y="21579"/>
                  </a:moveTo>
                  <a:lnTo>
                    <a:pt x="0" y="16523"/>
                  </a:lnTo>
                  <a:lnTo>
                    <a:pt x="483" y="14093"/>
                  </a:lnTo>
                  <a:lnTo>
                    <a:pt x="16523" y="0"/>
                  </a:lnTo>
                  <a:lnTo>
                    <a:pt x="21576" y="0"/>
                  </a:lnTo>
                  <a:lnTo>
                    <a:pt x="38099" y="16523"/>
                  </a:lnTo>
                  <a:lnTo>
                    <a:pt x="38099" y="21579"/>
                  </a:lnTo>
                  <a:lnTo>
                    <a:pt x="21576" y="38103"/>
                  </a:lnTo>
                  <a:lnTo>
                    <a:pt x="16523" y="38103"/>
                  </a:lnTo>
                  <a:lnTo>
                    <a:pt x="0" y="21579"/>
                  </a:lnTo>
                  <a:close/>
                </a:path>
                <a:path w="38100" h="267334">
                  <a:moveTo>
                    <a:pt x="0" y="97783"/>
                  </a:moveTo>
                  <a:lnTo>
                    <a:pt x="0" y="92727"/>
                  </a:lnTo>
                  <a:lnTo>
                    <a:pt x="483" y="90297"/>
                  </a:lnTo>
                  <a:lnTo>
                    <a:pt x="16523" y="76203"/>
                  </a:lnTo>
                  <a:lnTo>
                    <a:pt x="21576" y="76203"/>
                  </a:lnTo>
                  <a:lnTo>
                    <a:pt x="38099" y="92727"/>
                  </a:lnTo>
                  <a:lnTo>
                    <a:pt x="38099" y="97783"/>
                  </a:lnTo>
                  <a:lnTo>
                    <a:pt x="21576" y="114307"/>
                  </a:lnTo>
                  <a:lnTo>
                    <a:pt x="16523" y="114307"/>
                  </a:lnTo>
                  <a:lnTo>
                    <a:pt x="0" y="97783"/>
                  </a:lnTo>
                  <a:close/>
                </a:path>
                <a:path w="38100" h="267334">
                  <a:moveTo>
                    <a:pt x="0" y="173987"/>
                  </a:moveTo>
                  <a:lnTo>
                    <a:pt x="0" y="168931"/>
                  </a:lnTo>
                  <a:lnTo>
                    <a:pt x="483" y="166501"/>
                  </a:lnTo>
                  <a:lnTo>
                    <a:pt x="16523" y="152407"/>
                  </a:lnTo>
                  <a:lnTo>
                    <a:pt x="21576" y="152407"/>
                  </a:lnTo>
                  <a:lnTo>
                    <a:pt x="38099" y="168931"/>
                  </a:lnTo>
                  <a:lnTo>
                    <a:pt x="38099" y="173987"/>
                  </a:lnTo>
                  <a:lnTo>
                    <a:pt x="21576" y="190511"/>
                  </a:lnTo>
                  <a:lnTo>
                    <a:pt x="16523" y="190511"/>
                  </a:lnTo>
                  <a:lnTo>
                    <a:pt x="0" y="173987"/>
                  </a:lnTo>
                  <a:close/>
                </a:path>
                <a:path w="38100" h="267334">
                  <a:moveTo>
                    <a:pt x="0" y="250191"/>
                  </a:moveTo>
                  <a:lnTo>
                    <a:pt x="0" y="245135"/>
                  </a:lnTo>
                  <a:lnTo>
                    <a:pt x="483" y="242705"/>
                  </a:lnTo>
                  <a:lnTo>
                    <a:pt x="16523" y="228611"/>
                  </a:lnTo>
                  <a:lnTo>
                    <a:pt x="21576" y="228611"/>
                  </a:lnTo>
                  <a:lnTo>
                    <a:pt x="38099" y="245135"/>
                  </a:lnTo>
                  <a:lnTo>
                    <a:pt x="38099" y="250191"/>
                  </a:lnTo>
                  <a:lnTo>
                    <a:pt x="21576" y="266715"/>
                  </a:lnTo>
                  <a:lnTo>
                    <a:pt x="16523" y="266715"/>
                  </a:lnTo>
                  <a:lnTo>
                    <a:pt x="0" y="250191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29167" y="8049034"/>
              <a:ext cx="152399" cy="15239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715796" y="6387135"/>
              <a:ext cx="780415" cy="779780"/>
            </a:xfrm>
            <a:custGeom>
              <a:avLst/>
              <a:gdLst/>
              <a:ahLst/>
              <a:cxnLst/>
              <a:rect l="l" t="t" r="r" b="b"/>
              <a:pathLst>
                <a:path w="780415" h="779779">
                  <a:moveTo>
                    <a:pt x="712463" y="623570"/>
                  </a:moveTo>
                  <a:lnTo>
                    <a:pt x="67830" y="623570"/>
                  </a:lnTo>
                  <a:lnTo>
                    <a:pt x="52908" y="619760"/>
                  </a:lnTo>
                  <a:lnTo>
                    <a:pt x="43446" y="615950"/>
                  </a:lnTo>
                  <a:lnTo>
                    <a:pt x="38952" y="613410"/>
                  </a:lnTo>
                  <a:lnTo>
                    <a:pt x="30436" y="607060"/>
                  </a:lnTo>
                  <a:lnTo>
                    <a:pt x="26497" y="604520"/>
                  </a:lnTo>
                  <a:lnTo>
                    <a:pt x="2512" y="566420"/>
                  </a:lnTo>
                  <a:lnTo>
                    <a:pt x="0" y="72390"/>
                  </a:lnTo>
                  <a:lnTo>
                    <a:pt x="504" y="67310"/>
                  </a:lnTo>
                  <a:lnTo>
                    <a:pt x="16019" y="29210"/>
                  </a:lnTo>
                  <a:lnTo>
                    <a:pt x="26497" y="19050"/>
                  </a:lnTo>
                  <a:lnTo>
                    <a:pt x="30436" y="15240"/>
                  </a:lnTo>
                  <a:lnTo>
                    <a:pt x="38952" y="10160"/>
                  </a:lnTo>
                  <a:lnTo>
                    <a:pt x="43446" y="7620"/>
                  </a:lnTo>
                  <a:lnTo>
                    <a:pt x="52908" y="3810"/>
                  </a:lnTo>
                  <a:lnTo>
                    <a:pt x="57785" y="1270"/>
                  </a:lnTo>
                  <a:lnTo>
                    <a:pt x="67830" y="0"/>
                  </a:lnTo>
                  <a:lnTo>
                    <a:pt x="712463" y="0"/>
                  </a:lnTo>
                  <a:lnTo>
                    <a:pt x="722508" y="1270"/>
                  </a:lnTo>
                  <a:lnTo>
                    <a:pt x="727385" y="3810"/>
                  </a:lnTo>
                  <a:lnTo>
                    <a:pt x="736846" y="7620"/>
                  </a:lnTo>
                  <a:lnTo>
                    <a:pt x="741341" y="10160"/>
                  </a:lnTo>
                  <a:lnTo>
                    <a:pt x="749856" y="15240"/>
                  </a:lnTo>
                  <a:lnTo>
                    <a:pt x="753796" y="19050"/>
                  </a:lnTo>
                  <a:lnTo>
                    <a:pt x="761040" y="25400"/>
                  </a:lnTo>
                  <a:lnTo>
                    <a:pt x="779789" y="67310"/>
                  </a:lnTo>
                  <a:lnTo>
                    <a:pt x="780293" y="72390"/>
                  </a:lnTo>
                  <a:lnTo>
                    <a:pt x="780293" y="102870"/>
                  </a:lnTo>
                  <a:lnTo>
                    <a:pt x="555766" y="102870"/>
                  </a:lnTo>
                  <a:lnTo>
                    <a:pt x="552449" y="104140"/>
                  </a:lnTo>
                  <a:lnTo>
                    <a:pt x="546076" y="106680"/>
                  </a:lnTo>
                  <a:lnTo>
                    <a:pt x="543265" y="109220"/>
                  </a:lnTo>
                  <a:lnTo>
                    <a:pt x="522775" y="129540"/>
                  </a:lnTo>
                  <a:lnTo>
                    <a:pt x="227320" y="129540"/>
                  </a:lnTo>
                  <a:lnTo>
                    <a:pt x="220948" y="133350"/>
                  </a:lnTo>
                  <a:lnTo>
                    <a:pt x="218135" y="134620"/>
                  </a:lnTo>
                  <a:lnTo>
                    <a:pt x="213257" y="139700"/>
                  </a:lnTo>
                  <a:lnTo>
                    <a:pt x="211377" y="142240"/>
                  </a:lnTo>
                  <a:lnTo>
                    <a:pt x="208734" y="148590"/>
                  </a:lnTo>
                  <a:lnTo>
                    <a:pt x="208072" y="152400"/>
                  </a:lnTo>
                  <a:lnTo>
                    <a:pt x="208070" y="181610"/>
                  </a:lnTo>
                  <a:lnTo>
                    <a:pt x="171872" y="181610"/>
                  </a:lnTo>
                  <a:lnTo>
                    <a:pt x="134458" y="196850"/>
                  </a:lnTo>
                  <a:lnTo>
                    <a:pt x="106538" y="238760"/>
                  </a:lnTo>
                  <a:lnTo>
                    <a:pt x="104039" y="264160"/>
                  </a:lnTo>
                  <a:lnTo>
                    <a:pt x="104539" y="269240"/>
                  </a:lnTo>
                  <a:lnTo>
                    <a:pt x="120036" y="307340"/>
                  </a:lnTo>
                  <a:lnTo>
                    <a:pt x="134458" y="321310"/>
                  </a:lnTo>
                  <a:lnTo>
                    <a:pt x="142979" y="327660"/>
                  </a:lnTo>
                  <a:lnTo>
                    <a:pt x="147475" y="330200"/>
                  </a:lnTo>
                  <a:lnTo>
                    <a:pt x="156942" y="334010"/>
                  </a:lnTo>
                  <a:lnTo>
                    <a:pt x="161822" y="335280"/>
                  </a:lnTo>
                  <a:lnTo>
                    <a:pt x="171872" y="336550"/>
                  </a:lnTo>
                  <a:lnTo>
                    <a:pt x="176946" y="337820"/>
                  </a:lnTo>
                  <a:lnTo>
                    <a:pt x="292986" y="337820"/>
                  </a:lnTo>
                  <a:lnTo>
                    <a:pt x="299509" y="340360"/>
                  </a:lnTo>
                  <a:lnTo>
                    <a:pt x="302394" y="342900"/>
                  </a:lnTo>
                  <a:lnTo>
                    <a:pt x="307410" y="346710"/>
                  </a:lnTo>
                  <a:lnTo>
                    <a:pt x="309344" y="350520"/>
                  </a:lnTo>
                  <a:lnTo>
                    <a:pt x="312065" y="356870"/>
                  </a:lnTo>
                  <a:lnTo>
                    <a:pt x="312745" y="359410"/>
                  </a:lnTo>
                  <a:lnTo>
                    <a:pt x="312745" y="367030"/>
                  </a:lnTo>
                  <a:lnTo>
                    <a:pt x="289604" y="389890"/>
                  </a:lnTo>
                  <a:lnTo>
                    <a:pt x="123391" y="389890"/>
                  </a:lnTo>
                  <a:lnTo>
                    <a:pt x="117166" y="392430"/>
                  </a:lnTo>
                  <a:lnTo>
                    <a:pt x="104653" y="412750"/>
                  </a:lnTo>
                  <a:lnTo>
                    <a:pt x="104653" y="419100"/>
                  </a:lnTo>
                  <a:lnTo>
                    <a:pt x="105293" y="421640"/>
                  </a:lnTo>
                  <a:lnTo>
                    <a:pt x="107854" y="427990"/>
                  </a:lnTo>
                  <a:lnTo>
                    <a:pt x="109680" y="431800"/>
                  </a:lnTo>
                  <a:lnTo>
                    <a:pt x="114423" y="435610"/>
                  </a:lnTo>
                  <a:lnTo>
                    <a:pt x="117166" y="438150"/>
                  </a:lnTo>
                  <a:lnTo>
                    <a:pt x="123391" y="440690"/>
                  </a:lnTo>
                  <a:lnTo>
                    <a:pt x="126645" y="441960"/>
                  </a:lnTo>
                  <a:lnTo>
                    <a:pt x="208070" y="441960"/>
                  </a:lnTo>
                  <a:lnTo>
                    <a:pt x="208068" y="471170"/>
                  </a:lnTo>
                  <a:lnTo>
                    <a:pt x="230634" y="494030"/>
                  </a:lnTo>
                  <a:lnTo>
                    <a:pt x="523053" y="494030"/>
                  </a:lnTo>
                  <a:lnTo>
                    <a:pt x="543266" y="514350"/>
                  </a:lnTo>
                  <a:lnTo>
                    <a:pt x="546078" y="516890"/>
                  </a:lnTo>
                  <a:lnTo>
                    <a:pt x="552450" y="519430"/>
                  </a:lnTo>
                  <a:lnTo>
                    <a:pt x="780293" y="519430"/>
                  </a:lnTo>
                  <a:lnTo>
                    <a:pt x="780293" y="551180"/>
                  </a:lnTo>
                  <a:lnTo>
                    <a:pt x="764274" y="593090"/>
                  </a:lnTo>
                  <a:lnTo>
                    <a:pt x="749856" y="607060"/>
                  </a:lnTo>
                  <a:lnTo>
                    <a:pt x="741341" y="613410"/>
                  </a:lnTo>
                  <a:lnTo>
                    <a:pt x="736846" y="615950"/>
                  </a:lnTo>
                  <a:lnTo>
                    <a:pt x="727385" y="619760"/>
                  </a:lnTo>
                  <a:lnTo>
                    <a:pt x="712463" y="623570"/>
                  </a:lnTo>
                  <a:close/>
                </a:path>
                <a:path w="780415" h="779779">
                  <a:moveTo>
                    <a:pt x="780293" y="246380"/>
                  </a:moveTo>
                  <a:lnTo>
                    <a:pt x="657011" y="246380"/>
                  </a:lnTo>
                  <a:lnTo>
                    <a:pt x="663383" y="242570"/>
                  </a:lnTo>
                  <a:lnTo>
                    <a:pt x="666195" y="241300"/>
                  </a:lnTo>
                  <a:lnTo>
                    <a:pt x="671072" y="236220"/>
                  </a:lnTo>
                  <a:lnTo>
                    <a:pt x="672951" y="233680"/>
                  </a:lnTo>
                  <a:lnTo>
                    <a:pt x="675590" y="227330"/>
                  </a:lnTo>
                  <a:lnTo>
                    <a:pt x="676250" y="223520"/>
                  </a:lnTo>
                  <a:lnTo>
                    <a:pt x="676250" y="217170"/>
                  </a:lnTo>
                  <a:lnTo>
                    <a:pt x="575166" y="109220"/>
                  </a:lnTo>
                  <a:lnTo>
                    <a:pt x="562664" y="102870"/>
                  </a:lnTo>
                  <a:lnTo>
                    <a:pt x="780293" y="102870"/>
                  </a:lnTo>
                  <a:lnTo>
                    <a:pt x="780293" y="246380"/>
                  </a:lnTo>
                  <a:close/>
                </a:path>
                <a:path w="780415" h="779779">
                  <a:moveTo>
                    <a:pt x="523053" y="494030"/>
                  </a:moveTo>
                  <a:lnTo>
                    <a:pt x="237537" y="494030"/>
                  </a:lnTo>
                  <a:lnTo>
                    <a:pt x="240857" y="492760"/>
                  </a:lnTo>
                  <a:lnTo>
                    <a:pt x="247233" y="490220"/>
                  </a:lnTo>
                  <a:lnTo>
                    <a:pt x="260103" y="471170"/>
                  </a:lnTo>
                  <a:lnTo>
                    <a:pt x="260101" y="441960"/>
                  </a:lnTo>
                  <a:lnTo>
                    <a:pt x="291224" y="441960"/>
                  </a:lnTo>
                  <a:lnTo>
                    <a:pt x="296298" y="440690"/>
                  </a:lnTo>
                  <a:lnTo>
                    <a:pt x="306349" y="439420"/>
                  </a:lnTo>
                  <a:lnTo>
                    <a:pt x="311228" y="438150"/>
                  </a:lnTo>
                  <a:lnTo>
                    <a:pt x="320695" y="433070"/>
                  </a:lnTo>
                  <a:lnTo>
                    <a:pt x="325192" y="431800"/>
                  </a:lnTo>
                  <a:lnTo>
                    <a:pt x="333712" y="425450"/>
                  </a:lnTo>
                  <a:lnTo>
                    <a:pt x="360152" y="388620"/>
                  </a:lnTo>
                  <a:lnTo>
                    <a:pt x="364006" y="356870"/>
                  </a:lnTo>
                  <a:lnTo>
                    <a:pt x="363631" y="353060"/>
                  </a:lnTo>
                  <a:lnTo>
                    <a:pt x="348134" y="316230"/>
                  </a:lnTo>
                  <a:lnTo>
                    <a:pt x="311228" y="289560"/>
                  </a:lnTo>
                  <a:lnTo>
                    <a:pt x="296298" y="285750"/>
                  </a:lnTo>
                  <a:lnTo>
                    <a:pt x="178567" y="285750"/>
                  </a:lnTo>
                  <a:lnTo>
                    <a:pt x="175184" y="284480"/>
                  </a:lnTo>
                  <a:lnTo>
                    <a:pt x="155425" y="262890"/>
                  </a:lnTo>
                  <a:lnTo>
                    <a:pt x="155425" y="256540"/>
                  </a:lnTo>
                  <a:lnTo>
                    <a:pt x="175184" y="233680"/>
                  </a:lnTo>
                  <a:lnTo>
                    <a:pt x="341525" y="233680"/>
                  </a:lnTo>
                  <a:lnTo>
                    <a:pt x="344779" y="232410"/>
                  </a:lnTo>
                  <a:lnTo>
                    <a:pt x="363517" y="210820"/>
                  </a:lnTo>
                  <a:lnTo>
                    <a:pt x="363517" y="204470"/>
                  </a:lnTo>
                  <a:lnTo>
                    <a:pt x="351005" y="185420"/>
                  </a:lnTo>
                  <a:lnTo>
                    <a:pt x="344779" y="181610"/>
                  </a:lnTo>
                  <a:lnTo>
                    <a:pt x="260101" y="181610"/>
                  </a:lnTo>
                  <a:lnTo>
                    <a:pt x="260098" y="152400"/>
                  </a:lnTo>
                  <a:lnTo>
                    <a:pt x="259436" y="148590"/>
                  </a:lnTo>
                  <a:lnTo>
                    <a:pt x="256794" y="142240"/>
                  </a:lnTo>
                  <a:lnTo>
                    <a:pt x="254914" y="139700"/>
                  </a:lnTo>
                  <a:lnTo>
                    <a:pt x="250035" y="134620"/>
                  </a:lnTo>
                  <a:lnTo>
                    <a:pt x="247223" y="133350"/>
                  </a:lnTo>
                  <a:lnTo>
                    <a:pt x="240851" y="129540"/>
                  </a:lnTo>
                  <a:lnTo>
                    <a:pt x="522775" y="129540"/>
                  </a:lnTo>
                  <a:lnTo>
                    <a:pt x="449782" y="201930"/>
                  </a:lnTo>
                  <a:lnTo>
                    <a:pt x="447430" y="204470"/>
                  </a:lnTo>
                  <a:lnTo>
                    <a:pt x="445629" y="207010"/>
                  </a:lnTo>
                  <a:lnTo>
                    <a:pt x="443129" y="213360"/>
                  </a:lnTo>
                  <a:lnTo>
                    <a:pt x="442523" y="217170"/>
                  </a:lnTo>
                  <a:lnTo>
                    <a:pt x="442598" y="223520"/>
                  </a:lnTo>
                  <a:lnTo>
                    <a:pt x="464897" y="246380"/>
                  </a:lnTo>
                  <a:lnTo>
                    <a:pt x="533208" y="246380"/>
                  </a:lnTo>
                  <a:lnTo>
                    <a:pt x="533208" y="377190"/>
                  </a:lnTo>
                  <a:lnTo>
                    <a:pt x="461629" y="377190"/>
                  </a:lnTo>
                  <a:lnTo>
                    <a:pt x="455358" y="379730"/>
                  </a:lnTo>
                  <a:lnTo>
                    <a:pt x="442523" y="406400"/>
                  </a:lnTo>
                  <a:lnTo>
                    <a:pt x="443129" y="408940"/>
                  </a:lnTo>
                  <a:lnTo>
                    <a:pt x="445629" y="415290"/>
                  </a:lnTo>
                  <a:lnTo>
                    <a:pt x="447430" y="417830"/>
                  </a:lnTo>
                  <a:lnTo>
                    <a:pt x="449782" y="420370"/>
                  </a:lnTo>
                  <a:lnTo>
                    <a:pt x="523053" y="494030"/>
                  </a:lnTo>
                  <a:close/>
                </a:path>
                <a:path w="780415" h="779779">
                  <a:moveTo>
                    <a:pt x="533208" y="246380"/>
                  </a:moveTo>
                  <a:lnTo>
                    <a:pt x="471700" y="246380"/>
                  </a:lnTo>
                  <a:lnTo>
                    <a:pt x="474981" y="245110"/>
                  </a:lnTo>
                  <a:lnTo>
                    <a:pt x="481307" y="242570"/>
                  </a:lnTo>
                  <a:lnTo>
                    <a:pt x="484116" y="241300"/>
                  </a:lnTo>
                  <a:lnTo>
                    <a:pt x="486572" y="238760"/>
                  </a:lnTo>
                  <a:lnTo>
                    <a:pt x="533208" y="191770"/>
                  </a:lnTo>
                  <a:lnTo>
                    <a:pt x="533208" y="246380"/>
                  </a:lnTo>
                  <a:close/>
                </a:path>
                <a:path w="780415" h="779779">
                  <a:moveTo>
                    <a:pt x="585223" y="430530"/>
                  </a:moveTo>
                  <a:lnTo>
                    <a:pt x="585223" y="191770"/>
                  </a:lnTo>
                  <a:lnTo>
                    <a:pt x="634297" y="241300"/>
                  </a:lnTo>
                  <a:lnTo>
                    <a:pt x="637109" y="242570"/>
                  </a:lnTo>
                  <a:lnTo>
                    <a:pt x="643480" y="246380"/>
                  </a:lnTo>
                  <a:lnTo>
                    <a:pt x="780293" y="246380"/>
                  </a:lnTo>
                  <a:lnTo>
                    <a:pt x="780293" y="375920"/>
                  </a:lnTo>
                  <a:lnTo>
                    <a:pt x="646795" y="375920"/>
                  </a:lnTo>
                  <a:lnTo>
                    <a:pt x="643479" y="377190"/>
                  </a:lnTo>
                  <a:lnTo>
                    <a:pt x="637109" y="379730"/>
                  </a:lnTo>
                  <a:lnTo>
                    <a:pt x="634297" y="382270"/>
                  </a:lnTo>
                  <a:lnTo>
                    <a:pt x="631858" y="383540"/>
                  </a:lnTo>
                  <a:lnTo>
                    <a:pt x="585223" y="430530"/>
                  </a:lnTo>
                  <a:close/>
                </a:path>
                <a:path w="780415" h="779779">
                  <a:moveTo>
                    <a:pt x="780293" y="519430"/>
                  </a:moveTo>
                  <a:lnTo>
                    <a:pt x="565981" y="519430"/>
                  </a:lnTo>
                  <a:lnTo>
                    <a:pt x="572353" y="516890"/>
                  </a:lnTo>
                  <a:lnTo>
                    <a:pt x="575165" y="514350"/>
                  </a:lnTo>
                  <a:lnTo>
                    <a:pt x="671069" y="419100"/>
                  </a:lnTo>
                  <a:lnTo>
                    <a:pt x="672945" y="415290"/>
                  </a:lnTo>
                  <a:lnTo>
                    <a:pt x="675579" y="408940"/>
                  </a:lnTo>
                  <a:lnTo>
                    <a:pt x="676237" y="406400"/>
                  </a:lnTo>
                  <a:lnTo>
                    <a:pt x="676234" y="398780"/>
                  </a:lnTo>
                  <a:lnTo>
                    <a:pt x="675574" y="396240"/>
                  </a:lnTo>
                  <a:lnTo>
                    <a:pt x="672935" y="389890"/>
                  </a:lnTo>
                  <a:lnTo>
                    <a:pt x="671056" y="386080"/>
                  </a:lnTo>
                  <a:lnTo>
                    <a:pt x="666182" y="382270"/>
                  </a:lnTo>
                  <a:lnTo>
                    <a:pt x="663371" y="379730"/>
                  </a:lnTo>
                  <a:lnTo>
                    <a:pt x="657003" y="377190"/>
                  </a:lnTo>
                  <a:lnTo>
                    <a:pt x="653688" y="375920"/>
                  </a:lnTo>
                  <a:lnTo>
                    <a:pt x="780293" y="375920"/>
                  </a:lnTo>
                  <a:lnTo>
                    <a:pt x="780293" y="519430"/>
                  </a:lnTo>
                  <a:close/>
                </a:path>
                <a:path w="780415" h="779779">
                  <a:moveTo>
                    <a:pt x="533208" y="430530"/>
                  </a:moveTo>
                  <a:lnTo>
                    <a:pt x="486572" y="383540"/>
                  </a:lnTo>
                  <a:lnTo>
                    <a:pt x="484116" y="382270"/>
                  </a:lnTo>
                  <a:lnTo>
                    <a:pt x="481307" y="379730"/>
                  </a:lnTo>
                  <a:lnTo>
                    <a:pt x="474982" y="377190"/>
                  </a:lnTo>
                  <a:lnTo>
                    <a:pt x="533208" y="377190"/>
                  </a:lnTo>
                  <a:lnTo>
                    <a:pt x="533208" y="430530"/>
                  </a:lnTo>
                  <a:close/>
                </a:path>
                <a:path w="780415" h="779779">
                  <a:moveTo>
                    <a:pt x="244159" y="727710"/>
                  </a:moveTo>
                  <a:lnTo>
                    <a:pt x="189355" y="727710"/>
                  </a:lnTo>
                  <a:lnTo>
                    <a:pt x="224027" y="623570"/>
                  </a:lnTo>
                  <a:lnTo>
                    <a:pt x="278892" y="623570"/>
                  </a:lnTo>
                  <a:lnTo>
                    <a:pt x="244159" y="727710"/>
                  </a:lnTo>
                  <a:close/>
                </a:path>
                <a:path w="780415" h="779779">
                  <a:moveTo>
                    <a:pt x="590953" y="727710"/>
                  </a:moveTo>
                  <a:lnTo>
                    <a:pt x="536134" y="727710"/>
                  </a:lnTo>
                  <a:lnTo>
                    <a:pt x="501401" y="623570"/>
                  </a:lnTo>
                  <a:lnTo>
                    <a:pt x="556266" y="623570"/>
                  </a:lnTo>
                  <a:lnTo>
                    <a:pt x="590953" y="727710"/>
                  </a:lnTo>
                  <a:close/>
                </a:path>
                <a:path w="780415" h="779779">
                  <a:moveTo>
                    <a:pt x="653648" y="779780"/>
                  </a:moveTo>
                  <a:lnTo>
                    <a:pt x="126645" y="779780"/>
                  </a:lnTo>
                  <a:lnTo>
                    <a:pt x="123391" y="778510"/>
                  </a:lnTo>
                  <a:lnTo>
                    <a:pt x="104654" y="750570"/>
                  </a:lnTo>
                  <a:lnTo>
                    <a:pt x="105294" y="746760"/>
                  </a:lnTo>
                  <a:lnTo>
                    <a:pt x="126645" y="727710"/>
                  </a:lnTo>
                  <a:lnTo>
                    <a:pt x="653648" y="727710"/>
                  </a:lnTo>
                  <a:lnTo>
                    <a:pt x="675639" y="750570"/>
                  </a:lnTo>
                  <a:lnTo>
                    <a:pt x="675639" y="756920"/>
                  </a:lnTo>
                  <a:lnTo>
                    <a:pt x="653648" y="779780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15679" y="6464159"/>
              <a:ext cx="814705" cy="766445"/>
            </a:xfrm>
            <a:custGeom>
              <a:avLst/>
              <a:gdLst/>
              <a:ahLst/>
              <a:cxnLst/>
              <a:rect l="l" t="t" r="r" b="b"/>
              <a:pathLst>
                <a:path w="814704" h="766445">
                  <a:moveTo>
                    <a:pt x="306654" y="656323"/>
                  </a:moveTo>
                  <a:lnTo>
                    <a:pt x="306641" y="578459"/>
                  </a:lnTo>
                  <a:lnTo>
                    <a:pt x="287070" y="524764"/>
                  </a:lnTo>
                  <a:lnTo>
                    <a:pt x="236677" y="497878"/>
                  </a:lnTo>
                  <a:lnTo>
                    <a:pt x="205930" y="496341"/>
                  </a:lnTo>
                  <a:lnTo>
                    <a:pt x="190512" y="496608"/>
                  </a:lnTo>
                  <a:lnTo>
                    <a:pt x="175120" y="496608"/>
                  </a:lnTo>
                  <a:lnTo>
                    <a:pt x="163245" y="496341"/>
                  </a:lnTo>
                  <a:lnTo>
                    <a:pt x="162293" y="495579"/>
                  </a:lnTo>
                  <a:lnTo>
                    <a:pt x="162293" y="362851"/>
                  </a:lnTo>
                  <a:lnTo>
                    <a:pt x="161721" y="355892"/>
                  </a:lnTo>
                  <a:lnTo>
                    <a:pt x="160477" y="348945"/>
                  </a:lnTo>
                  <a:lnTo>
                    <a:pt x="148196" y="318185"/>
                  </a:lnTo>
                  <a:lnTo>
                    <a:pt x="125717" y="295414"/>
                  </a:lnTo>
                  <a:lnTo>
                    <a:pt x="96443" y="282968"/>
                  </a:lnTo>
                  <a:lnTo>
                    <a:pt x="63754" y="283133"/>
                  </a:lnTo>
                  <a:lnTo>
                    <a:pt x="17957" y="311632"/>
                  </a:lnTo>
                  <a:lnTo>
                    <a:pt x="177" y="364629"/>
                  </a:lnTo>
                  <a:lnTo>
                    <a:pt x="0" y="401116"/>
                  </a:lnTo>
                  <a:lnTo>
                    <a:pt x="88" y="510603"/>
                  </a:lnTo>
                  <a:lnTo>
                    <a:pt x="24079" y="573227"/>
                  </a:lnTo>
                  <a:lnTo>
                    <a:pt x="86880" y="597052"/>
                  </a:lnTo>
                  <a:lnTo>
                    <a:pt x="198272" y="597090"/>
                  </a:lnTo>
                  <a:lnTo>
                    <a:pt x="205320" y="599008"/>
                  </a:lnTo>
                  <a:lnTo>
                    <a:pt x="207429" y="605904"/>
                  </a:lnTo>
                  <a:lnTo>
                    <a:pt x="207543" y="734402"/>
                  </a:lnTo>
                  <a:lnTo>
                    <a:pt x="209270" y="749122"/>
                  </a:lnTo>
                  <a:lnTo>
                    <a:pt x="214757" y="758863"/>
                  </a:lnTo>
                  <a:lnTo>
                    <a:pt x="224650" y="764247"/>
                  </a:lnTo>
                  <a:lnTo>
                    <a:pt x="239560" y="765924"/>
                  </a:lnTo>
                  <a:lnTo>
                    <a:pt x="276860" y="765886"/>
                  </a:lnTo>
                  <a:lnTo>
                    <a:pt x="289979" y="763981"/>
                  </a:lnTo>
                  <a:lnTo>
                    <a:pt x="299250" y="758431"/>
                  </a:lnTo>
                  <a:lnTo>
                    <a:pt x="304761" y="749084"/>
                  </a:lnTo>
                  <a:lnTo>
                    <a:pt x="306616" y="735825"/>
                  </a:lnTo>
                  <a:lnTo>
                    <a:pt x="306654" y="656323"/>
                  </a:lnTo>
                  <a:close/>
                </a:path>
                <a:path w="814704" h="766445">
                  <a:moveTo>
                    <a:pt x="561225" y="75971"/>
                  </a:moveTo>
                  <a:lnTo>
                    <a:pt x="557161" y="30911"/>
                  </a:lnTo>
                  <a:lnTo>
                    <a:pt x="529348" y="3721"/>
                  </a:lnTo>
                  <a:lnTo>
                    <a:pt x="507212" y="0"/>
                  </a:lnTo>
                  <a:lnTo>
                    <a:pt x="471868" y="0"/>
                  </a:lnTo>
                  <a:lnTo>
                    <a:pt x="471868" y="95237"/>
                  </a:lnTo>
                  <a:lnTo>
                    <a:pt x="471868" y="100952"/>
                  </a:lnTo>
                  <a:lnTo>
                    <a:pt x="419265" y="156032"/>
                  </a:lnTo>
                  <a:lnTo>
                    <a:pt x="389864" y="178142"/>
                  </a:lnTo>
                  <a:lnTo>
                    <a:pt x="382778" y="176720"/>
                  </a:lnTo>
                  <a:lnTo>
                    <a:pt x="350507" y="148094"/>
                  </a:lnTo>
                  <a:lnTo>
                    <a:pt x="342976" y="132181"/>
                  </a:lnTo>
                  <a:lnTo>
                    <a:pt x="344360" y="124599"/>
                  </a:lnTo>
                  <a:lnTo>
                    <a:pt x="380085" y="121513"/>
                  </a:lnTo>
                  <a:lnTo>
                    <a:pt x="381520" y="122770"/>
                  </a:lnTo>
                  <a:lnTo>
                    <a:pt x="387261" y="129743"/>
                  </a:lnTo>
                  <a:lnTo>
                    <a:pt x="391274" y="129019"/>
                  </a:lnTo>
                  <a:lnTo>
                    <a:pt x="396074" y="124091"/>
                  </a:lnTo>
                  <a:lnTo>
                    <a:pt x="406006" y="114007"/>
                  </a:lnTo>
                  <a:lnTo>
                    <a:pt x="407479" y="112547"/>
                  </a:lnTo>
                  <a:lnTo>
                    <a:pt x="441172" y="79082"/>
                  </a:lnTo>
                  <a:lnTo>
                    <a:pt x="446887" y="75971"/>
                  </a:lnTo>
                  <a:lnTo>
                    <a:pt x="471868" y="95237"/>
                  </a:lnTo>
                  <a:lnTo>
                    <a:pt x="471868" y="0"/>
                  </a:lnTo>
                  <a:lnTo>
                    <a:pt x="303618" y="0"/>
                  </a:lnTo>
                  <a:lnTo>
                    <a:pt x="283870" y="3949"/>
                  </a:lnTo>
                  <a:lnTo>
                    <a:pt x="268630" y="14046"/>
                  </a:lnTo>
                  <a:lnTo>
                    <a:pt x="258470" y="29146"/>
                  </a:lnTo>
                  <a:lnTo>
                    <a:pt x="254698" y="47942"/>
                  </a:lnTo>
                  <a:lnTo>
                    <a:pt x="254711" y="207695"/>
                  </a:lnTo>
                  <a:lnTo>
                    <a:pt x="258203" y="225336"/>
                  </a:lnTo>
                  <a:lnTo>
                    <a:pt x="267614" y="239826"/>
                  </a:lnTo>
                  <a:lnTo>
                    <a:pt x="281724" y="250063"/>
                  </a:lnTo>
                  <a:lnTo>
                    <a:pt x="298691" y="254812"/>
                  </a:lnTo>
                  <a:lnTo>
                    <a:pt x="296913" y="254812"/>
                  </a:lnTo>
                  <a:lnTo>
                    <a:pt x="312826" y="255892"/>
                  </a:lnTo>
                  <a:lnTo>
                    <a:pt x="326390" y="256159"/>
                  </a:lnTo>
                  <a:lnTo>
                    <a:pt x="351256" y="256159"/>
                  </a:lnTo>
                  <a:lnTo>
                    <a:pt x="365785" y="256387"/>
                  </a:lnTo>
                  <a:lnTo>
                    <a:pt x="366674" y="257327"/>
                  </a:lnTo>
                  <a:lnTo>
                    <a:pt x="366776" y="262737"/>
                  </a:lnTo>
                  <a:lnTo>
                    <a:pt x="366928" y="271907"/>
                  </a:lnTo>
                  <a:lnTo>
                    <a:pt x="367042" y="280949"/>
                  </a:lnTo>
                  <a:lnTo>
                    <a:pt x="367055" y="281736"/>
                  </a:lnTo>
                  <a:lnTo>
                    <a:pt x="369049" y="296138"/>
                  </a:lnTo>
                  <a:lnTo>
                    <a:pt x="372910" y="303060"/>
                  </a:lnTo>
                  <a:lnTo>
                    <a:pt x="390385" y="308114"/>
                  </a:lnTo>
                  <a:lnTo>
                    <a:pt x="397167" y="304977"/>
                  </a:lnTo>
                  <a:lnTo>
                    <a:pt x="403110" y="298958"/>
                  </a:lnTo>
                  <a:lnTo>
                    <a:pt x="421220" y="280949"/>
                  </a:lnTo>
                  <a:lnTo>
                    <a:pt x="430250" y="271907"/>
                  </a:lnTo>
                  <a:lnTo>
                    <a:pt x="439140" y="262737"/>
                  </a:lnTo>
                  <a:lnTo>
                    <a:pt x="444627" y="256959"/>
                  </a:lnTo>
                  <a:lnTo>
                    <a:pt x="450646" y="254622"/>
                  </a:lnTo>
                  <a:lnTo>
                    <a:pt x="458508" y="254812"/>
                  </a:lnTo>
                  <a:lnTo>
                    <a:pt x="507631" y="254812"/>
                  </a:lnTo>
                  <a:lnTo>
                    <a:pt x="508762" y="254622"/>
                  </a:lnTo>
                  <a:lnTo>
                    <a:pt x="529336" y="251180"/>
                  </a:lnTo>
                  <a:lnTo>
                    <a:pt x="546290" y="240665"/>
                  </a:lnTo>
                  <a:lnTo>
                    <a:pt x="557174" y="224066"/>
                  </a:lnTo>
                  <a:lnTo>
                    <a:pt x="561098" y="202120"/>
                  </a:lnTo>
                  <a:lnTo>
                    <a:pt x="561225" y="178142"/>
                  </a:lnTo>
                  <a:lnTo>
                    <a:pt x="561225" y="75971"/>
                  </a:lnTo>
                  <a:close/>
                </a:path>
                <a:path w="814704" h="766445">
                  <a:moveTo>
                    <a:pt x="574370" y="351866"/>
                  </a:moveTo>
                  <a:lnTo>
                    <a:pt x="573036" y="350481"/>
                  </a:lnTo>
                  <a:lnTo>
                    <a:pt x="240449" y="350380"/>
                  </a:lnTo>
                  <a:lnTo>
                    <a:pt x="240068" y="350774"/>
                  </a:lnTo>
                  <a:lnTo>
                    <a:pt x="240131" y="429056"/>
                  </a:lnTo>
                  <a:lnTo>
                    <a:pt x="241147" y="430072"/>
                  </a:lnTo>
                  <a:lnTo>
                    <a:pt x="365937" y="430149"/>
                  </a:lnTo>
                  <a:lnTo>
                    <a:pt x="366661" y="430834"/>
                  </a:lnTo>
                  <a:lnTo>
                    <a:pt x="366674" y="597052"/>
                  </a:lnTo>
                  <a:lnTo>
                    <a:pt x="366623" y="762723"/>
                  </a:lnTo>
                  <a:lnTo>
                    <a:pt x="369265" y="766076"/>
                  </a:lnTo>
                  <a:lnTo>
                    <a:pt x="444538" y="766076"/>
                  </a:lnTo>
                  <a:lnTo>
                    <a:pt x="447992" y="763320"/>
                  </a:lnTo>
                  <a:lnTo>
                    <a:pt x="447598" y="752322"/>
                  </a:lnTo>
                  <a:lnTo>
                    <a:pt x="447802" y="748284"/>
                  </a:lnTo>
                  <a:lnTo>
                    <a:pt x="447865" y="430136"/>
                  </a:lnTo>
                  <a:lnTo>
                    <a:pt x="573049" y="430072"/>
                  </a:lnTo>
                  <a:lnTo>
                    <a:pt x="574357" y="428752"/>
                  </a:lnTo>
                  <a:lnTo>
                    <a:pt x="574370" y="351866"/>
                  </a:lnTo>
                  <a:close/>
                </a:path>
                <a:path w="814704" h="766445">
                  <a:moveTo>
                    <a:pt x="814400" y="362204"/>
                  </a:moveTo>
                  <a:lnTo>
                    <a:pt x="801776" y="319151"/>
                  </a:lnTo>
                  <a:lnTo>
                    <a:pt x="753364" y="283768"/>
                  </a:lnTo>
                  <a:lnTo>
                    <a:pt x="722325" y="282219"/>
                  </a:lnTo>
                  <a:lnTo>
                    <a:pt x="694347" y="291884"/>
                  </a:lnTo>
                  <a:lnTo>
                    <a:pt x="672261" y="310032"/>
                  </a:lnTo>
                  <a:lnTo>
                    <a:pt x="657694" y="334822"/>
                  </a:lnTo>
                  <a:lnTo>
                    <a:pt x="652310" y="364413"/>
                  </a:lnTo>
                  <a:lnTo>
                    <a:pt x="652157" y="394436"/>
                  </a:lnTo>
                  <a:lnTo>
                    <a:pt x="652170" y="495160"/>
                  </a:lnTo>
                  <a:lnTo>
                    <a:pt x="650887" y="496531"/>
                  </a:lnTo>
                  <a:lnTo>
                    <a:pt x="591350" y="496735"/>
                  </a:lnTo>
                  <a:lnTo>
                    <a:pt x="530898" y="521004"/>
                  </a:lnTo>
                  <a:lnTo>
                    <a:pt x="507809" y="581926"/>
                  </a:lnTo>
                  <a:lnTo>
                    <a:pt x="507784" y="655726"/>
                  </a:lnTo>
                  <a:lnTo>
                    <a:pt x="507847" y="737628"/>
                  </a:lnTo>
                  <a:lnTo>
                    <a:pt x="536117" y="765848"/>
                  </a:lnTo>
                  <a:lnTo>
                    <a:pt x="575881" y="765886"/>
                  </a:lnTo>
                  <a:lnTo>
                    <a:pt x="590143" y="764133"/>
                  </a:lnTo>
                  <a:lnTo>
                    <a:pt x="599757" y="758736"/>
                  </a:lnTo>
                  <a:lnTo>
                    <a:pt x="605180" y="749198"/>
                  </a:lnTo>
                  <a:lnTo>
                    <a:pt x="606907" y="735025"/>
                  </a:lnTo>
                  <a:lnTo>
                    <a:pt x="606971" y="598081"/>
                  </a:lnTo>
                  <a:lnTo>
                    <a:pt x="607961" y="597077"/>
                  </a:lnTo>
                  <a:lnTo>
                    <a:pt x="727760" y="597039"/>
                  </a:lnTo>
                  <a:lnTo>
                    <a:pt x="790486" y="573138"/>
                  </a:lnTo>
                  <a:lnTo>
                    <a:pt x="814336" y="510413"/>
                  </a:lnTo>
                  <a:lnTo>
                    <a:pt x="814400" y="362204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67903" y="6537154"/>
              <a:ext cx="161962" cy="16084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15927" y="6537174"/>
              <a:ext cx="161962" cy="16080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552277" y="6348577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39" h="853440">
                  <a:moveTo>
                    <a:pt x="545452" y="826452"/>
                  </a:moveTo>
                  <a:lnTo>
                    <a:pt x="533527" y="781646"/>
                  </a:lnTo>
                  <a:lnTo>
                    <a:pt x="506234" y="739940"/>
                  </a:lnTo>
                  <a:lnTo>
                    <a:pt x="468579" y="707161"/>
                  </a:lnTo>
                  <a:lnTo>
                    <a:pt x="425551" y="689203"/>
                  </a:lnTo>
                  <a:lnTo>
                    <a:pt x="416750" y="699706"/>
                  </a:lnTo>
                  <a:lnTo>
                    <a:pt x="408101" y="701065"/>
                  </a:lnTo>
                  <a:lnTo>
                    <a:pt x="399580" y="696328"/>
                  </a:lnTo>
                  <a:lnTo>
                    <a:pt x="391109" y="688530"/>
                  </a:lnTo>
                  <a:lnTo>
                    <a:pt x="350431" y="708736"/>
                  </a:lnTo>
                  <a:lnTo>
                    <a:pt x="316484" y="735698"/>
                  </a:lnTo>
                  <a:lnTo>
                    <a:pt x="290423" y="770851"/>
                  </a:lnTo>
                  <a:lnTo>
                    <a:pt x="273456" y="815657"/>
                  </a:lnTo>
                  <a:lnTo>
                    <a:pt x="258889" y="773315"/>
                  </a:lnTo>
                  <a:lnTo>
                    <a:pt x="235546" y="739775"/>
                  </a:lnTo>
                  <a:lnTo>
                    <a:pt x="204927" y="713689"/>
                  </a:lnTo>
                  <a:lnTo>
                    <a:pt x="168541" y="693699"/>
                  </a:lnTo>
                  <a:lnTo>
                    <a:pt x="155448" y="691857"/>
                  </a:lnTo>
                  <a:lnTo>
                    <a:pt x="141033" y="694004"/>
                  </a:lnTo>
                  <a:lnTo>
                    <a:pt x="126149" y="695198"/>
                  </a:lnTo>
                  <a:lnTo>
                    <a:pt x="73342" y="710209"/>
                  </a:lnTo>
                  <a:lnTo>
                    <a:pt x="39420" y="742696"/>
                  </a:lnTo>
                  <a:lnTo>
                    <a:pt x="14363" y="782497"/>
                  </a:lnTo>
                  <a:lnTo>
                    <a:pt x="2667" y="824153"/>
                  </a:lnTo>
                  <a:lnTo>
                    <a:pt x="2133" y="830351"/>
                  </a:lnTo>
                  <a:lnTo>
                    <a:pt x="0" y="840397"/>
                  </a:lnTo>
                  <a:lnTo>
                    <a:pt x="6515" y="841362"/>
                  </a:lnTo>
                  <a:lnTo>
                    <a:pt x="18148" y="842759"/>
                  </a:lnTo>
                  <a:lnTo>
                    <a:pt x="29933" y="843419"/>
                  </a:lnTo>
                  <a:lnTo>
                    <a:pt x="41681" y="843127"/>
                  </a:lnTo>
                  <a:lnTo>
                    <a:pt x="53200" y="841705"/>
                  </a:lnTo>
                  <a:lnTo>
                    <a:pt x="57150" y="838796"/>
                  </a:lnTo>
                  <a:lnTo>
                    <a:pt x="57810" y="833323"/>
                  </a:lnTo>
                  <a:lnTo>
                    <a:pt x="57238" y="826770"/>
                  </a:lnTo>
                  <a:lnTo>
                    <a:pt x="57505" y="820635"/>
                  </a:lnTo>
                  <a:lnTo>
                    <a:pt x="59169" y="814070"/>
                  </a:lnTo>
                  <a:lnTo>
                    <a:pt x="59461" y="807085"/>
                  </a:lnTo>
                  <a:lnTo>
                    <a:pt x="66941" y="800061"/>
                  </a:lnTo>
                  <a:lnTo>
                    <a:pt x="67195" y="819912"/>
                  </a:lnTo>
                  <a:lnTo>
                    <a:pt x="66763" y="825703"/>
                  </a:lnTo>
                  <a:lnTo>
                    <a:pt x="66890" y="834783"/>
                  </a:lnTo>
                  <a:lnTo>
                    <a:pt x="70065" y="840308"/>
                  </a:lnTo>
                  <a:lnTo>
                    <a:pt x="76136" y="842886"/>
                  </a:lnTo>
                  <a:lnTo>
                    <a:pt x="85013" y="843140"/>
                  </a:lnTo>
                  <a:lnTo>
                    <a:pt x="97066" y="842619"/>
                  </a:lnTo>
                  <a:lnTo>
                    <a:pt x="109296" y="842594"/>
                  </a:lnTo>
                  <a:lnTo>
                    <a:pt x="134785" y="842873"/>
                  </a:lnTo>
                  <a:lnTo>
                    <a:pt x="123863" y="813511"/>
                  </a:lnTo>
                  <a:lnTo>
                    <a:pt x="125666" y="784961"/>
                  </a:lnTo>
                  <a:lnTo>
                    <a:pt x="132765" y="756856"/>
                  </a:lnTo>
                  <a:lnTo>
                    <a:pt x="137706" y="728789"/>
                  </a:lnTo>
                  <a:lnTo>
                    <a:pt x="143700" y="756526"/>
                  </a:lnTo>
                  <a:lnTo>
                    <a:pt x="150850" y="784161"/>
                  </a:lnTo>
                  <a:lnTo>
                    <a:pt x="152857" y="812101"/>
                  </a:lnTo>
                  <a:lnTo>
                    <a:pt x="143459" y="840790"/>
                  </a:lnTo>
                  <a:lnTo>
                    <a:pt x="178079" y="844753"/>
                  </a:lnTo>
                  <a:lnTo>
                    <a:pt x="197002" y="841667"/>
                  </a:lnTo>
                  <a:lnTo>
                    <a:pt x="206057" y="827976"/>
                  </a:lnTo>
                  <a:lnTo>
                    <a:pt x="211112" y="800176"/>
                  </a:lnTo>
                  <a:lnTo>
                    <a:pt x="215315" y="807593"/>
                  </a:lnTo>
                  <a:lnTo>
                    <a:pt x="218122" y="814819"/>
                  </a:lnTo>
                  <a:lnTo>
                    <a:pt x="219544" y="821944"/>
                  </a:lnTo>
                  <a:lnTo>
                    <a:pt x="219583" y="829106"/>
                  </a:lnTo>
                  <a:lnTo>
                    <a:pt x="218528" y="840765"/>
                  </a:lnTo>
                  <a:lnTo>
                    <a:pt x="223062" y="843432"/>
                  </a:lnTo>
                  <a:lnTo>
                    <a:pt x="253784" y="842721"/>
                  </a:lnTo>
                  <a:lnTo>
                    <a:pt x="273570" y="842606"/>
                  </a:lnTo>
                  <a:lnTo>
                    <a:pt x="293357" y="842746"/>
                  </a:lnTo>
                  <a:lnTo>
                    <a:pt x="323367" y="843280"/>
                  </a:lnTo>
                  <a:lnTo>
                    <a:pt x="328155" y="841794"/>
                  </a:lnTo>
                  <a:lnTo>
                    <a:pt x="328434" y="822299"/>
                  </a:lnTo>
                  <a:lnTo>
                    <a:pt x="329323" y="814692"/>
                  </a:lnTo>
                  <a:lnTo>
                    <a:pt x="332422" y="807402"/>
                  </a:lnTo>
                  <a:lnTo>
                    <a:pt x="339128" y="801154"/>
                  </a:lnTo>
                  <a:lnTo>
                    <a:pt x="339140" y="843153"/>
                  </a:lnTo>
                  <a:lnTo>
                    <a:pt x="346532" y="842835"/>
                  </a:lnTo>
                  <a:lnTo>
                    <a:pt x="361099" y="842733"/>
                  </a:lnTo>
                  <a:lnTo>
                    <a:pt x="375615" y="843089"/>
                  </a:lnTo>
                  <a:lnTo>
                    <a:pt x="389940" y="842937"/>
                  </a:lnTo>
                  <a:lnTo>
                    <a:pt x="403974" y="841311"/>
                  </a:lnTo>
                  <a:lnTo>
                    <a:pt x="395605" y="808913"/>
                  </a:lnTo>
                  <a:lnTo>
                    <a:pt x="398043" y="777621"/>
                  </a:lnTo>
                  <a:lnTo>
                    <a:pt x="404761" y="746937"/>
                  </a:lnTo>
                  <a:lnTo>
                    <a:pt x="409232" y="716305"/>
                  </a:lnTo>
                  <a:lnTo>
                    <a:pt x="411721" y="723201"/>
                  </a:lnTo>
                  <a:lnTo>
                    <a:pt x="413753" y="730046"/>
                  </a:lnTo>
                  <a:lnTo>
                    <a:pt x="415112" y="736879"/>
                  </a:lnTo>
                  <a:lnTo>
                    <a:pt x="415607" y="743699"/>
                  </a:lnTo>
                  <a:lnTo>
                    <a:pt x="418807" y="768299"/>
                  </a:lnTo>
                  <a:lnTo>
                    <a:pt x="423862" y="793026"/>
                  </a:lnTo>
                  <a:lnTo>
                    <a:pt x="423760" y="817892"/>
                  </a:lnTo>
                  <a:lnTo>
                    <a:pt x="411492" y="842899"/>
                  </a:lnTo>
                  <a:lnTo>
                    <a:pt x="437527" y="842899"/>
                  </a:lnTo>
                  <a:lnTo>
                    <a:pt x="461924" y="842264"/>
                  </a:lnTo>
                  <a:lnTo>
                    <a:pt x="474700" y="837831"/>
                  </a:lnTo>
                  <a:lnTo>
                    <a:pt x="480021" y="825804"/>
                  </a:lnTo>
                  <a:lnTo>
                    <a:pt x="482079" y="802386"/>
                  </a:lnTo>
                  <a:lnTo>
                    <a:pt x="488581" y="807275"/>
                  </a:lnTo>
                  <a:lnTo>
                    <a:pt x="490689" y="814463"/>
                  </a:lnTo>
                  <a:lnTo>
                    <a:pt x="489585" y="821232"/>
                  </a:lnTo>
                  <a:lnTo>
                    <a:pt x="489597" y="833729"/>
                  </a:lnTo>
                  <a:lnTo>
                    <a:pt x="494220" y="840740"/>
                  </a:lnTo>
                  <a:lnTo>
                    <a:pt x="502602" y="843445"/>
                  </a:lnTo>
                  <a:lnTo>
                    <a:pt x="513930" y="843026"/>
                  </a:lnTo>
                  <a:lnTo>
                    <a:pt x="518845" y="842378"/>
                  </a:lnTo>
                  <a:lnTo>
                    <a:pt x="523976" y="842352"/>
                  </a:lnTo>
                  <a:lnTo>
                    <a:pt x="528878" y="843026"/>
                  </a:lnTo>
                  <a:lnTo>
                    <a:pt x="537146" y="843089"/>
                  </a:lnTo>
                  <a:lnTo>
                    <a:pt x="542404" y="840447"/>
                  </a:lnTo>
                  <a:lnTo>
                    <a:pt x="545045" y="834936"/>
                  </a:lnTo>
                  <a:lnTo>
                    <a:pt x="545452" y="826452"/>
                  </a:lnTo>
                  <a:close/>
                </a:path>
                <a:path w="853439" h="853440">
                  <a:moveTo>
                    <a:pt x="853147" y="380492"/>
                  </a:moveTo>
                  <a:lnTo>
                    <a:pt x="853097" y="379463"/>
                  </a:lnTo>
                  <a:lnTo>
                    <a:pt x="851141" y="340893"/>
                  </a:lnTo>
                  <a:lnTo>
                    <a:pt x="845375" y="323215"/>
                  </a:lnTo>
                  <a:lnTo>
                    <a:pt x="834898" y="291071"/>
                  </a:lnTo>
                  <a:lnTo>
                    <a:pt x="806691" y="251231"/>
                  </a:lnTo>
                  <a:lnTo>
                    <a:pt x="785304" y="232841"/>
                  </a:lnTo>
                  <a:lnTo>
                    <a:pt x="785304" y="369163"/>
                  </a:lnTo>
                  <a:lnTo>
                    <a:pt x="781926" y="390512"/>
                  </a:lnTo>
                  <a:lnTo>
                    <a:pt x="774039" y="411429"/>
                  </a:lnTo>
                  <a:lnTo>
                    <a:pt x="774039" y="379463"/>
                  </a:lnTo>
                  <a:lnTo>
                    <a:pt x="774039" y="323215"/>
                  </a:lnTo>
                  <a:lnTo>
                    <a:pt x="783043" y="346887"/>
                  </a:lnTo>
                  <a:lnTo>
                    <a:pt x="785304" y="369163"/>
                  </a:lnTo>
                  <a:lnTo>
                    <a:pt x="785304" y="232841"/>
                  </a:lnTo>
                  <a:lnTo>
                    <a:pt x="769251" y="219024"/>
                  </a:lnTo>
                  <a:lnTo>
                    <a:pt x="768108" y="218313"/>
                  </a:lnTo>
                  <a:lnTo>
                    <a:pt x="748030" y="205994"/>
                  </a:lnTo>
                  <a:lnTo>
                    <a:pt x="745109" y="204203"/>
                  </a:lnTo>
                  <a:lnTo>
                    <a:pt x="725652" y="192265"/>
                  </a:lnTo>
                  <a:lnTo>
                    <a:pt x="716635" y="188226"/>
                  </a:lnTo>
                  <a:lnTo>
                    <a:pt x="708152" y="186918"/>
                  </a:lnTo>
                  <a:lnTo>
                    <a:pt x="703986" y="188302"/>
                  </a:lnTo>
                  <a:lnTo>
                    <a:pt x="703986" y="344360"/>
                  </a:lnTo>
                  <a:lnTo>
                    <a:pt x="700506" y="357339"/>
                  </a:lnTo>
                  <a:lnTo>
                    <a:pt x="693648" y="368833"/>
                  </a:lnTo>
                  <a:lnTo>
                    <a:pt x="684250" y="379463"/>
                  </a:lnTo>
                  <a:lnTo>
                    <a:pt x="673658" y="368249"/>
                  </a:lnTo>
                  <a:lnTo>
                    <a:pt x="666813" y="355828"/>
                  </a:lnTo>
                  <a:lnTo>
                    <a:pt x="663956" y="341769"/>
                  </a:lnTo>
                  <a:lnTo>
                    <a:pt x="664032" y="340893"/>
                  </a:lnTo>
                  <a:lnTo>
                    <a:pt x="665378" y="325628"/>
                  </a:lnTo>
                  <a:lnTo>
                    <a:pt x="670382" y="299123"/>
                  </a:lnTo>
                  <a:lnTo>
                    <a:pt x="674636" y="272262"/>
                  </a:lnTo>
                  <a:lnTo>
                    <a:pt x="675982" y="262991"/>
                  </a:lnTo>
                  <a:lnTo>
                    <a:pt x="678472" y="245732"/>
                  </a:lnTo>
                  <a:lnTo>
                    <a:pt x="682421" y="219024"/>
                  </a:lnTo>
                  <a:lnTo>
                    <a:pt x="685457" y="218313"/>
                  </a:lnTo>
                  <a:lnTo>
                    <a:pt x="685558" y="219024"/>
                  </a:lnTo>
                  <a:lnTo>
                    <a:pt x="689673" y="246100"/>
                  </a:lnTo>
                  <a:lnTo>
                    <a:pt x="693648" y="272757"/>
                  </a:lnTo>
                  <a:lnTo>
                    <a:pt x="698220" y="301650"/>
                  </a:lnTo>
                  <a:lnTo>
                    <a:pt x="703211" y="329285"/>
                  </a:lnTo>
                  <a:lnTo>
                    <a:pt x="703237" y="329768"/>
                  </a:lnTo>
                  <a:lnTo>
                    <a:pt x="703986" y="344360"/>
                  </a:lnTo>
                  <a:lnTo>
                    <a:pt x="703986" y="188302"/>
                  </a:lnTo>
                  <a:lnTo>
                    <a:pt x="700265" y="189534"/>
                  </a:lnTo>
                  <a:lnTo>
                    <a:pt x="693064" y="197218"/>
                  </a:lnTo>
                  <a:lnTo>
                    <a:pt x="688924" y="202145"/>
                  </a:lnTo>
                  <a:lnTo>
                    <a:pt x="684568" y="204203"/>
                  </a:lnTo>
                  <a:lnTo>
                    <a:pt x="680059" y="202907"/>
                  </a:lnTo>
                  <a:lnTo>
                    <a:pt x="675500" y="197764"/>
                  </a:lnTo>
                  <a:lnTo>
                    <a:pt x="668020" y="189534"/>
                  </a:lnTo>
                  <a:lnTo>
                    <a:pt x="659815" y="186601"/>
                  </a:lnTo>
                  <a:lnTo>
                    <a:pt x="650900" y="187934"/>
                  </a:lnTo>
                  <a:lnTo>
                    <a:pt x="641337" y="192506"/>
                  </a:lnTo>
                  <a:lnTo>
                    <a:pt x="634657" y="196469"/>
                  </a:lnTo>
                  <a:lnTo>
                    <a:pt x="620217" y="202145"/>
                  </a:lnTo>
                  <a:lnTo>
                    <a:pt x="620522" y="202145"/>
                  </a:lnTo>
                  <a:lnTo>
                    <a:pt x="590931" y="205994"/>
                  </a:lnTo>
                  <a:lnTo>
                    <a:pt x="564781" y="196329"/>
                  </a:lnTo>
                  <a:lnTo>
                    <a:pt x="545909" y="176110"/>
                  </a:lnTo>
                  <a:lnTo>
                    <a:pt x="538657" y="148196"/>
                  </a:lnTo>
                  <a:lnTo>
                    <a:pt x="538518" y="129362"/>
                  </a:lnTo>
                  <a:lnTo>
                    <a:pt x="538416" y="120154"/>
                  </a:lnTo>
                  <a:lnTo>
                    <a:pt x="538289" y="85636"/>
                  </a:lnTo>
                  <a:lnTo>
                    <a:pt x="538949" y="65265"/>
                  </a:lnTo>
                  <a:lnTo>
                    <a:pt x="538848" y="62445"/>
                  </a:lnTo>
                  <a:lnTo>
                    <a:pt x="538784" y="61087"/>
                  </a:lnTo>
                  <a:lnTo>
                    <a:pt x="537933" y="43827"/>
                  </a:lnTo>
                  <a:lnTo>
                    <a:pt x="534441" y="33375"/>
                  </a:lnTo>
                  <a:lnTo>
                    <a:pt x="531964" y="25920"/>
                  </a:lnTo>
                  <a:lnTo>
                    <a:pt x="520420" y="11252"/>
                  </a:lnTo>
                  <a:lnTo>
                    <a:pt x="506984" y="2743"/>
                  </a:lnTo>
                  <a:lnTo>
                    <a:pt x="506984" y="256146"/>
                  </a:lnTo>
                  <a:lnTo>
                    <a:pt x="506857" y="273900"/>
                  </a:lnTo>
                  <a:lnTo>
                    <a:pt x="506742" y="291071"/>
                  </a:lnTo>
                  <a:lnTo>
                    <a:pt x="506666" y="433692"/>
                  </a:lnTo>
                  <a:lnTo>
                    <a:pt x="506552" y="435140"/>
                  </a:lnTo>
                  <a:lnTo>
                    <a:pt x="506526" y="435571"/>
                  </a:lnTo>
                  <a:lnTo>
                    <a:pt x="505587" y="448348"/>
                  </a:lnTo>
                  <a:lnTo>
                    <a:pt x="501421" y="457034"/>
                  </a:lnTo>
                  <a:lnTo>
                    <a:pt x="492912" y="461086"/>
                  </a:lnTo>
                  <a:lnTo>
                    <a:pt x="494118" y="461086"/>
                  </a:lnTo>
                  <a:lnTo>
                    <a:pt x="478828" y="462178"/>
                  </a:lnTo>
                  <a:lnTo>
                    <a:pt x="68592" y="462178"/>
                  </a:lnTo>
                  <a:lnTo>
                    <a:pt x="40906" y="433692"/>
                  </a:lnTo>
                  <a:lnTo>
                    <a:pt x="40843" y="369163"/>
                  </a:lnTo>
                  <a:lnTo>
                    <a:pt x="40716" y="101752"/>
                  </a:lnTo>
                  <a:lnTo>
                    <a:pt x="40601" y="61087"/>
                  </a:lnTo>
                  <a:lnTo>
                    <a:pt x="41960" y="48336"/>
                  </a:lnTo>
                  <a:lnTo>
                    <a:pt x="46583" y="39725"/>
                  </a:lnTo>
                  <a:lnTo>
                    <a:pt x="55092" y="34861"/>
                  </a:lnTo>
                  <a:lnTo>
                    <a:pt x="68110" y="33375"/>
                  </a:lnTo>
                  <a:lnTo>
                    <a:pt x="475818" y="33566"/>
                  </a:lnTo>
                  <a:lnTo>
                    <a:pt x="506615" y="61087"/>
                  </a:lnTo>
                  <a:lnTo>
                    <a:pt x="506717" y="128155"/>
                  </a:lnTo>
                  <a:lnTo>
                    <a:pt x="502170" y="129362"/>
                  </a:lnTo>
                  <a:lnTo>
                    <a:pt x="496963" y="120154"/>
                  </a:lnTo>
                  <a:lnTo>
                    <a:pt x="491794" y="110934"/>
                  </a:lnTo>
                  <a:lnTo>
                    <a:pt x="486562" y="101752"/>
                  </a:lnTo>
                  <a:lnTo>
                    <a:pt x="481139" y="92684"/>
                  </a:lnTo>
                  <a:lnTo>
                    <a:pt x="471347" y="81051"/>
                  </a:lnTo>
                  <a:lnTo>
                    <a:pt x="459765" y="74523"/>
                  </a:lnTo>
                  <a:lnTo>
                    <a:pt x="447040" y="73253"/>
                  </a:lnTo>
                  <a:lnTo>
                    <a:pt x="433819" y="77381"/>
                  </a:lnTo>
                  <a:lnTo>
                    <a:pt x="423494" y="85636"/>
                  </a:lnTo>
                  <a:lnTo>
                    <a:pt x="419849" y="92684"/>
                  </a:lnTo>
                  <a:lnTo>
                    <a:pt x="417576" y="97142"/>
                  </a:lnTo>
                  <a:lnTo>
                    <a:pt x="416839" y="110655"/>
                  </a:lnTo>
                  <a:lnTo>
                    <a:pt x="416928" y="110934"/>
                  </a:lnTo>
                  <a:lnTo>
                    <a:pt x="436549" y="152450"/>
                  </a:lnTo>
                  <a:lnTo>
                    <a:pt x="472427" y="202501"/>
                  </a:lnTo>
                  <a:lnTo>
                    <a:pt x="493979" y="224815"/>
                  </a:lnTo>
                  <a:lnTo>
                    <a:pt x="500151" y="231698"/>
                  </a:lnTo>
                  <a:lnTo>
                    <a:pt x="504202" y="238975"/>
                  </a:lnTo>
                  <a:lnTo>
                    <a:pt x="506387" y="247002"/>
                  </a:lnTo>
                  <a:lnTo>
                    <a:pt x="506984" y="256146"/>
                  </a:lnTo>
                  <a:lnTo>
                    <a:pt x="506984" y="2743"/>
                  </a:lnTo>
                  <a:lnTo>
                    <a:pt x="502666" y="0"/>
                  </a:lnTo>
                  <a:lnTo>
                    <a:pt x="44437" y="0"/>
                  </a:lnTo>
                  <a:lnTo>
                    <a:pt x="27305" y="11557"/>
                  </a:lnTo>
                  <a:lnTo>
                    <a:pt x="16294" y="26250"/>
                  </a:lnTo>
                  <a:lnTo>
                    <a:pt x="10490" y="44132"/>
                  </a:lnTo>
                  <a:lnTo>
                    <a:pt x="8978" y="64833"/>
                  </a:lnTo>
                  <a:lnTo>
                    <a:pt x="9093" y="81051"/>
                  </a:lnTo>
                  <a:lnTo>
                    <a:pt x="9194" y="92684"/>
                  </a:lnTo>
                  <a:lnTo>
                    <a:pt x="9283" y="101752"/>
                  </a:lnTo>
                  <a:lnTo>
                    <a:pt x="9398" y="114261"/>
                  </a:lnTo>
                  <a:lnTo>
                    <a:pt x="9486" y="129362"/>
                  </a:lnTo>
                  <a:lnTo>
                    <a:pt x="9575" y="435571"/>
                  </a:lnTo>
                  <a:lnTo>
                    <a:pt x="12649" y="462546"/>
                  </a:lnTo>
                  <a:lnTo>
                    <a:pt x="22580" y="480517"/>
                  </a:lnTo>
                  <a:lnTo>
                    <a:pt x="40347" y="490461"/>
                  </a:lnTo>
                  <a:lnTo>
                    <a:pt x="39839" y="490461"/>
                  </a:lnTo>
                  <a:lnTo>
                    <a:pt x="67437" y="493649"/>
                  </a:lnTo>
                  <a:lnTo>
                    <a:pt x="480555" y="493649"/>
                  </a:lnTo>
                  <a:lnTo>
                    <a:pt x="525081" y="480288"/>
                  </a:lnTo>
                  <a:lnTo>
                    <a:pt x="538568" y="435140"/>
                  </a:lnTo>
                  <a:lnTo>
                    <a:pt x="538721" y="299123"/>
                  </a:lnTo>
                  <a:lnTo>
                    <a:pt x="538162" y="290449"/>
                  </a:lnTo>
                  <a:lnTo>
                    <a:pt x="537273" y="280428"/>
                  </a:lnTo>
                  <a:lnTo>
                    <a:pt x="537895" y="271233"/>
                  </a:lnTo>
                  <a:lnTo>
                    <a:pt x="541718" y="263817"/>
                  </a:lnTo>
                  <a:lnTo>
                    <a:pt x="546900" y="262991"/>
                  </a:lnTo>
                  <a:lnTo>
                    <a:pt x="555332" y="265328"/>
                  </a:lnTo>
                  <a:lnTo>
                    <a:pt x="565150" y="269011"/>
                  </a:lnTo>
                  <a:lnTo>
                    <a:pt x="574522" y="272262"/>
                  </a:lnTo>
                  <a:lnTo>
                    <a:pt x="576262" y="272757"/>
                  </a:lnTo>
                  <a:lnTo>
                    <a:pt x="576402" y="272757"/>
                  </a:lnTo>
                  <a:lnTo>
                    <a:pt x="578561" y="273900"/>
                  </a:lnTo>
                  <a:lnTo>
                    <a:pt x="579424" y="273900"/>
                  </a:lnTo>
                  <a:lnTo>
                    <a:pt x="591058" y="272757"/>
                  </a:lnTo>
                  <a:lnTo>
                    <a:pt x="593763" y="277495"/>
                  </a:lnTo>
                  <a:lnTo>
                    <a:pt x="593890" y="287439"/>
                  </a:lnTo>
                  <a:lnTo>
                    <a:pt x="594004" y="299123"/>
                  </a:lnTo>
                  <a:lnTo>
                    <a:pt x="594029" y="301650"/>
                  </a:lnTo>
                  <a:lnTo>
                    <a:pt x="594944" y="392049"/>
                  </a:lnTo>
                  <a:lnTo>
                    <a:pt x="595833" y="444360"/>
                  </a:lnTo>
                  <a:lnTo>
                    <a:pt x="595960" y="448348"/>
                  </a:lnTo>
                  <a:lnTo>
                    <a:pt x="597611" y="502107"/>
                  </a:lnTo>
                  <a:lnTo>
                    <a:pt x="598957" y="548373"/>
                  </a:lnTo>
                  <a:lnTo>
                    <a:pt x="599516" y="600087"/>
                  </a:lnTo>
                  <a:lnTo>
                    <a:pt x="599465" y="651814"/>
                  </a:lnTo>
                  <a:lnTo>
                    <a:pt x="598741" y="755294"/>
                  </a:lnTo>
                  <a:lnTo>
                    <a:pt x="598690" y="807034"/>
                  </a:lnTo>
                  <a:lnTo>
                    <a:pt x="601154" y="826389"/>
                  </a:lnTo>
                  <a:lnTo>
                    <a:pt x="608241" y="840486"/>
                  </a:lnTo>
                  <a:lnTo>
                    <a:pt x="619734" y="849350"/>
                  </a:lnTo>
                  <a:lnTo>
                    <a:pt x="635381" y="853033"/>
                  </a:lnTo>
                  <a:lnTo>
                    <a:pt x="652018" y="851496"/>
                  </a:lnTo>
                  <a:lnTo>
                    <a:pt x="664743" y="844524"/>
                  </a:lnTo>
                  <a:lnTo>
                    <a:pt x="673671" y="832015"/>
                  </a:lnTo>
                  <a:lnTo>
                    <a:pt x="678878" y="814057"/>
                  </a:lnTo>
                  <a:lnTo>
                    <a:pt x="678954" y="533273"/>
                  </a:lnTo>
                  <a:lnTo>
                    <a:pt x="685368" y="533273"/>
                  </a:lnTo>
                  <a:lnTo>
                    <a:pt x="685368" y="814057"/>
                  </a:lnTo>
                  <a:lnTo>
                    <a:pt x="688263" y="828306"/>
                  </a:lnTo>
                  <a:lnTo>
                    <a:pt x="694436" y="839787"/>
                  </a:lnTo>
                  <a:lnTo>
                    <a:pt x="704291" y="848017"/>
                  </a:lnTo>
                  <a:lnTo>
                    <a:pt x="718210" y="852525"/>
                  </a:lnTo>
                  <a:lnTo>
                    <a:pt x="737552" y="852017"/>
                  </a:lnTo>
                  <a:lnTo>
                    <a:pt x="764781" y="808990"/>
                  </a:lnTo>
                  <a:lnTo>
                    <a:pt x="764882" y="759815"/>
                  </a:lnTo>
                  <a:lnTo>
                    <a:pt x="764921" y="710641"/>
                  </a:lnTo>
                  <a:lnTo>
                    <a:pt x="765022" y="533273"/>
                  </a:lnTo>
                  <a:lnTo>
                    <a:pt x="765035" y="508088"/>
                  </a:lnTo>
                  <a:lnTo>
                    <a:pt x="762635" y="501624"/>
                  </a:lnTo>
                  <a:lnTo>
                    <a:pt x="767740" y="495046"/>
                  </a:lnTo>
                  <a:lnTo>
                    <a:pt x="781011" y="500621"/>
                  </a:lnTo>
                  <a:lnTo>
                    <a:pt x="794029" y="502107"/>
                  </a:lnTo>
                  <a:lnTo>
                    <a:pt x="805764" y="498462"/>
                  </a:lnTo>
                  <a:lnTo>
                    <a:pt x="809028" y="495046"/>
                  </a:lnTo>
                  <a:lnTo>
                    <a:pt x="815200" y="488607"/>
                  </a:lnTo>
                  <a:lnTo>
                    <a:pt x="833450" y="454126"/>
                  </a:lnTo>
                  <a:lnTo>
                    <a:pt x="846683" y="418160"/>
                  </a:lnTo>
                  <a:lnTo>
                    <a:pt x="847839" y="411429"/>
                  </a:lnTo>
                  <a:lnTo>
                    <a:pt x="853147" y="380492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48941" y="6352642"/>
              <a:ext cx="175363" cy="1753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21830" y="6892729"/>
              <a:ext cx="137639" cy="13848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93649" y="6892660"/>
              <a:ext cx="136435" cy="15696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96269" y="6466712"/>
              <a:ext cx="641350" cy="293370"/>
            </a:xfrm>
            <a:custGeom>
              <a:avLst/>
              <a:gdLst/>
              <a:ahLst/>
              <a:cxnLst/>
              <a:rect l="l" t="t" r="r" b="b"/>
              <a:pathLst>
                <a:path w="641350" h="293370">
                  <a:moveTo>
                    <a:pt x="259219" y="158026"/>
                  </a:moveTo>
                  <a:lnTo>
                    <a:pt x="255778" y="151041"/>
                  </a:lnTo>
                  <a:lnTo>
                    <a:pt x="247777" y="144983"/>
                  </a:lnTo>
                  <a:lnTo>
                    <a:pt x="237858" y="136245"/>
                  </a:lnTo>
                  <a:lnTo>
                    <a:pt x="233972" y="125145"/>
                  </a:lnTo>
                  <a:lnTo>
                    <a:pt x="236321" y="113944"/>
                  </a:lnTo>
                  <a:lnTo>
                    <a:pt x="245059" y="104902"/>
                  </a:lnTo>
                  <a:lnTo>
                    <a:pt x="253250" y="97739"/>
                  </a:lnTo>
                  <a:lnTo>
                    <a:pt x="256108" y="89916"/>
                  </a:lnTo>
                  <a:lnTo>
                    <a:pt x="233311" y="56095"/>
                  </a:lnTo>
                  <a:lnTo>
                    <a:pt x="223507" y="57429"/>
                  </a:lnTo>
                  <a:lnTo>
                    <a:pt x="210693" y="57823"/>
                  </a:lnTo>
                  <a:lnTo>
                    <a:pt x="200520" y="52247"/>
                  </a:lnTo>
                  <a:lnTo>
                    <a:pt x="195922" y="44488"/>
                  </a:lnTo>
                  <a:lnTo>
                    <a:pt x="195922" y="129667"/>
                  </a:lnTo>
                  <a:lnTo>
                    <a:pt x="190652" y="155448"/>
                  </a:lnTo>
                  <a:lnTo>
                    <a:pt x="176428" y="176123"/>
                  </a:lnTo>
                  <a:lnTo>
                    <a:pt x="155168" y="189826"/>
                  </a:lnTo>
                  <a:lnTo>
                    <a:pt x="128778" y="194729"/>
                  </a:lnTo>
                  <a:lnTo>
                    <a:pt x="103428" y="189522"/>
                  </a:lnTo>
                  <a:lnTo>
                    <a:pt x="82689" y="175564"/>
                  </a:lnTo>
                  <a:lnTo>
                    <a:pt x="68656" y="154940"/>
                  </a:lnTo>
                  <a:lnTo>
                    <a:pt x="64350" y="134226"/>
                  </a:lnTo>
                  <a:lnTo>
                    <a:pt x="63436" y="129667"/>
                  </a:lnTo>
                  <a:lnTo>
                    <a:pt x="68681" y="104114"/>
                  </a:lnTo>
                  <a:lnTo>
                    <a:pt x="83096" y="82753"/>
                  </a:lnTo>
                  <a:lnTo>
                    <a:pt x="104457" y="67932"/>
                  </a:lnTo>
                  <a:lnTo>
                    <a:pt x="104851" y="67932"/>
                  </a:lnTo>
                  <a:lnTo>
                    <a:pt x="118783" y="64884"/>
                  </a:lnTo>
                  <a:lnTo>
                    <a:pt x="176263" y="82372"/>
                  </a:lnTo>
                  <a:lnTo>
                    <a:pt x="190728" y="104114"/>
                  </a:lnTo>
                  <a:lnTo>
                    <a:pt x="195922" y="129667"/>
                  </a:lnTo>
                  <a:lnTo>
                    <a:pt x="195922" y="44488"/>
                  </a:lnTo>
                  <a:lnTo>
                    <a:pt x="194614" y="42265"/>
                  </a:lnTo>
                  <a:lnTo>
                    <a:pt x="194652" y="29413"/>
                  </a:lnTo>
                  <a:lnTo>
                    <a:pt x="195072" y="24447"/>
                  </a:lnTo>
                  <a:lnTo>
                    <a:pt x="195084" y="24231"/>
                  </a:lnTo>
                  <a:lnTo>
                    <a:pt x="195453" y="19824"/>
                  </a:lnTo>
                  <a:lnTo>
                    <a:pt x="160743" y="0"/>
                  </a:lnTo>
                  <a:lnTo>
                    <a:pt x="152666" y="2768"/>
                  </a:lnTo>
                  <a:lnTo>
                    <a:pt x="145554" y="10782"/>
                  </a:lnTo>
                  <a:lnTo>
                    <a:pt x="136347" y="20815"/>
                  </a:lnTo>
                  <a:lnTo>
                    <a:pt x="125285" y="24447"/>
                  </a:lnTo>
                  <a:lnTo>
                    <a:pt x="114046" y="21526"/>
                  </a:lnTo>
                  <a:lnTo>
                    <a:pt x="104292" y="11912"/>
                  </a:lnTo>
                  <a:lnTo>
                    <a:pt x="97116" y="4343"/>
                  </a:lnTo>
                  <a:lnTo>
                    <a:pt x="89496" y="2082"/>
                  </a:lnTo>
                  <a:lnTo>
                    <a:pt x="56095" y="24231"/>
                  </a:lnTo>
                  <a:lnTo>
                    <a:pt x="56134" y="24447"/>
                  </a:lnTo>
                  <a:lnTo>
                    <a:pt x="57962" y="34671"/>
                  </a:lnTo>
                  <a:lnTo>
                    <a:pt x="58953" y="47447"/>
                  </a:lnTo>
                  <a:lnTo>
                    <a:pt x="53251" y="58077"/>
                  </a:lnTo>
                  <a:lnTo>
                    <a:pt x="42760" y="64554"/>
                  </a:lnTo>
                  <a:lnTo>
                    <a:pt x="29387" y="64884"/>
                  </a:lnTo>
                  <a:lnTo>
                    <a:pt x="18973" y="64350"/>
                  </a:lnTo>
                  <a:lnTo>
                    <a:pt x="11912" y="67932"/>
                  </a:lnTo>
                  <a:lnTo>
                    <a:pt x="7112" y="74485"/>
                  </a:lnTo>
                  <a:lnTo>
                    <a:pt x="3492" y="82753"/>
                  </a:lnTo>
                  <a:lnTo>
                    <a:pt x="546" y="91935"/>
                  </a:lnTo>
                  <a:lnTo>
                    <a:pt x="0" y="100393"/>
                  </a:lnTo>
                  <a:lnTo>
                    <a:pt x="3314" y="107569"/>
                  </a:lnTo>
                  <a:lnTo>
                    <a:pt x="12014" y="112776"/>
                  </a:lnTo>
                  <a:lnTo>
                    <a:pt x="18961" y="116116"/>
                  </a:lnTo>
                  <a:lnTo>
                    <a:pt x="23126" y="120624"/>
                  </a:lnTo>
                  <a:lnTo>
                    <a:pt x="24663" y="126568"/>
                  </a:lnTo>
                  <a:lnTo>
                    <a:pt x="23710" y="134226"/>
                  </a:lnTo>
                  <a:lnTo>
                    <a:pt x="24980" y="140868"/>
                  </a:lnTo>
                  <a:lnTo>
                    <a:pt x="23837" y="146507"/>
                  </a:lnTo>
                  <a:lnTo>
                    <a:pt x="20066" y="151206"/>
                  </a:lnTo>
                  <a:lnTo>
                    <a:pt x="13601" y="154940"/>
                  </a:lnTo>
                  <a:lnTo>
                    <a:pt x="12865" y="155448"/>
                  </a:lnTo>
                  <a:lnTo>
                    <a:pt x="5092" y="161023"/>
                  </a:lnTo>
                  <a:lnTo>
                    <a:pt x="2692" y="168529"/>
                  </a:lnTo>
                  <a:lnTo>
                    <a:pt x="4241" y="176936"/>
                  </a:lnTo>
                  <a:lnTo>
                    <a:pt x="24930" y="202946"/>
                  </a:lnTo>
                  <a:lnTo>
                    <a:pt x="35204" y="201561"/>
                  </a:lnTo>
                  <a:lnTo>
                    <a:pt x="48285" y="200863"/>
                  </a:lnTo>
                  <a:lnTo>
                    <a:pt x="59194" y="206324"/>
                  </a:lnTo>
                  <a:lnTo>
                    <a:pt x="65722" y="216128"/>
                  </a:lnTo>
                  <a:lnTo>
                    <a:pt x="65735" y="228460"/>
                  </a:lnTo>
                  <a:lnTo>
                    <a:pt x="64401" y="238887"/>
                  </a:lnTo>
                  <a:lnTo>
                    <a:pt x="67360" y="245973"/>
                  </a:lnTo>
                  <a:lnTo>
                    <a:pt x="73571" y="250875"/>
                  </a:lnTo>
                  <a:lnTo>
                    <a:pt x="81965" y="254774"/>
                  </a:lnTo>
                  <a:lnTo>
                    <a:pt x="91401" y="258000"/>
                  </a:lnTo>
                  <a:lnTo>
                    <a:pt x="99974" y="258622"/>
                  </a:lnTo>
                  <a:lnTo>
                    <a:pt x="107632" y="255333"/>
                  </a:lnTo>
                  <a:lnTo>
                    <a:pt x="114287" y="246824"/>
                  </a:lnTo>
                  <a:lnTo>
                    <a:pt x="122974" y="236893"/>
                  </a:lnTo>
                  <a:lnTo>
                    <a:pt x="133832" y="233502"/>
                  </a:lnTo>
                  <a:lnTo>
                    <a:pt x="145211" y="236651"/>
                  </a:lnTo>
                  <a:lnTo>
                    <a:pt x="163245" y="253784"/>
                  </a:lnTo>
                  <a:lnTo>
                    <a:pt x="163042" y="253784"/>
                  </a:lnTo>
                  <a:lnTo>
                    <a:pt x="171602" y="255714"/>
                  </a:lnTo>
                  <a:lnTo>
                    <a:pt x="203619" y="233502"/>
                  </a:lnTo>
                  <a:lnTo>
                    <a:pt x="203796" y="232854"/>
                  </a:lnTo>
                  <a:lnTo>
                    <a:pt x="201701" y="223266"/>
                  </a:lnTo>
                  <a:lnTo>
                    <a:pt x="200761" y="211213"/>
                  </a:lnTo>
                  <a:lnTo>
                    <a:pt x="206260" y="200863"/>
                  </a:lnTo>
                  <a:lnTo>
                    <a:pt x="215607" y="194729"/>
                  </a:lnTo>
                  <a:lnTo>
                    <a:pt x="216204" y="194335"/>
                  </a:lnTo>
                  <a:lnTo>
                    <a:pt x="228561" y="193776"/>
                  </a:lnTo>
                  <a:lnTo>
                    <a:pt x="239242" y="194500"/>
                  </a:lnTo>
                  <a:lnTo>
                    <a:pt x="240880" y="193776"/>
                  </a:lnTo>
                  <a:lnTo>
                    <a:pt x="259168" y="161023"/>
                  </a:lnTo>
                  <a:lnTo>
                    <a:pt x="259219" y="158026"/>
                  </a:lnTo>
                  <a:close/>
                </a:path>
                <a:path w="641350" h="293370">
                  <a:moveTo>
                    <a:pt x="641311" y="251015"/>
                  </a:moveTo>
                  <a:lnTo>
                    <a:pt x="639064" y="228752"/>
                  </a:lnTo>
                  <a:lnTo>
                    <a:pt x="630047" y="205079"/>
                  </a:lnTo>
                  <a:lnTo>
                    <a:pt x="630047" y="293293"/>
                  </a:lnTo>
                  <a:lnTo>
                    <a:pt x="637933" y="272376"/>
                  </a:lnTo>
                  <a:lnTo>
                    <a:pt x="641311" y="251015"/>
                  </a:lnTo>
                  <a:close/>
                </a:path>
              </a:pathLst>
            </a:custGeom>
            <a:solidFill>
              <a:srgbClr val="AE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45859" y="6353504"/>
              <a:ext cx="893444" cy="892175"/>
            </a:xfrm>
            <a:custGeom>
              <a:avLst/>
              <a:gdLst/>
              <a:ahLst/>
              <a:cxnLst/>
              <a:rect l="l" t="t" r="r" b="b"/>
              <a:pathLst>
                <a:path w="893445" h="892175">
                  <a:moveTo>
                    <a:pt x="862507" y="75857"/>
                  </a:moveTo>
                  <a:lnTo>
                    <a:pt x="733056" y="1117"/>
                  </a:lnTo>
                  <a:lnTo>
                    <a:pt x="721423" y="0"/>
                  </a:lnTo>
                  <a:lnTo>
                    <a:pt x="717600" y="635"/>
                  </a:lnTo>
                  <a:lnTo>
                    <a:pt x="694601" y="32816"/>
                  </a:lnTo>
                  <a:lnTo>
                    <a:pt x="695236" y="36626"/>
                  </a:lnTo>
                  <a:lnTo>
                    <a:pt x="755256" y="76339"/>
                  </a:lnTo>
                  <a:lnTo>
                    <a:pt x="49644" y="342861"/>
                  </a:lnTo>
                  <a:lnTo>
                    <a:pt x="30429" y="369100"/>
                  </a:lnTo>
                  <a:lnTo>
                    <a:pt x="30454" y="372503"/>
                  </a:lnTo>
                  <a:lnTo>
                    <a:pt x="56629" y="400291"/>
                  </a:lnTo>
                  <a:lnTo>
                    <a:pt x="60083" y="400316"/>
                  </a:lnTo>
                  <a:lnTo>
                    <a:pt x="63754" y="400367"/>
                  </a:lnTo>
                  <a:lnTo>
                    <a:pt x="67233" y="399732"/>
                  </a:lnTo>
                  <a:lnTo>
                    <a:pt x="776033" y="132054"/>
                  </a:lnTo>
                  <a:lnTo>
                    <a:pt x="755078" y="178485"/>
                  </a:lnTo>
                  <a:lnTo>
                    <a:pt x="754202" y="182245"/>
                  </a:lnTo>
                  <a:lnTo>
                    <a:pt x="753948" y="190119"/>
                  </a:lnTo>
                  <a:lnTo>
                    <a:pt x="754583" y="193929"/>
                  </a:lnTo>
                  <a:lnTo>
                    <a:pt x="789559" y="216852"/>
                  </a:lnTo>
                  <a:lnTo>
                    <a:pt x="794931" y="215290"/>
                  </a:lnTo>
                  <a:lnTo>
                    <a:pt x="804748" y="208978"/>
                  </a:lnTo>
                  <a:lnTo>
                    <a:pt x="808405" y="204736"/>
                  </a:lnTo>
                  <a:lnTo>
                    <a:pt x="861364" y="87503"/>
                  </a:lnTo>
                  <a:lnTo>
                    <a:pt x="862253" y="83731"/>
                  </a:lnTo>
                  <a:lnTo>
                    <a:pt x="862507" y="75857"/>
                  </a:lnTo>
                  <a:close/>
                </a:path>
                <a:path w="893445" h="892175">
                  <a:moveTo>
                    <a:pt x="892898" y="857846"/>
                  </a:moveTo>
                  <a:lnTo>
                    <a:pt x="866470" y="832040"/>
                  </a:lnTo>
                  <a:lnTo>
                    <a:pt x="862457" y="832142"/>
                  </a:lnTo>
                  <a:lnTo>
                    <a:pt x="30441" y="832142"/>
                  </a:lnTo>
                  <a:lnTo>
                    <a:pt x="0" y="857846"/>
                  </a:lnTo>
                  <a:lnTo>
                    <a:pt x="0" y="865860"/>
                  </a:lnTo>
                  <a:lnTo>
                    <a:pt x="26428" y="891667"/>
                  </a:lnTo>
                  <a:lnTo>
                    <a:pt x="30441" y="891565"/>
                  </a:lnTo>
                  <a:lnTo>
                    <a:pt x="862457" y="891565"/>
                  </a:lnTo>
                  <a:lnTo>
                    <a:pt x="892898" y="865860"/>
                  </a:lnTo>
                  <a:lnTo>
                    <a:pt x="892898" y="857846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06024" y="6918196"/>
              <a:ext cx="237719" cy="20799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873443" y="6621042"/>
              <a:ext cx="505459" cy="505459"/>
            </a:xfrm>
            <a:custGeom>
              <a:avLst/>
              <a:gdLst/>
              <a:ahLst/>
              <a:cxnLst/>
              <a:rect l="l" t="t" r="r" b="b"/>
              <a:pathLst>
                <a:path w="505459" h="505459">
                  <a:moveTo>
                    <a:pt x="237731" y="204114"/>
                  </a:moveTo>
                  <a:lnTo>
                    <a:pt x="223062" y="168757"/>
                  </a:lnTo>
                  <a:lnTo>
                    <a:pt x="186055" y="148958"/>
                  </a:lnTo>
                  <a:lnTo>
                    <a:pt x="59436" y="148564"/>
                  </a:lnTo>
                  <a:lnTo>
                    <a:pt x="55537" y="148577"/>
                  </a:lnTo>
                  <a:lnTo>
                    <a:pt x="20180" y="163233"/>
                  </a:lnTo>
                  <a:lnTo>
                    <a:pt x="381" y="200240"/>
                  </a:lnTo>
                  <a:lnTo>
                    <a:pt x="0" y="204114"/>
                  </a:lnTo>
                  <a:lnTo>
                    <a:pt x="0" y="505155"/>
                  </a:lnTo>
                  <a:lnTo>
                    <a:pt x="237731" y="505155"/>
                  </a:lnTo>
                  <a:lnTo>
                    <a:pt x="237731" y="204114"/>
                  </a:lnTo>
                  <a:close/>
                </a:path>
                <a:path w="505459" h="505459">
                  <a:moveTo>
                    <a:pt x="505155" y="55524"/>
                  </a:moveTo>
                  <a:lnTo>
                    <a:pt x="490499" y="20180"/>
                  </a:lnTo>
                  <a:lnTo>
                    <a:pt x="453491" y="381"/>
                  </a:lnTo>
                  <a:lnTo>
                    <a:pt x="449630" y="0"/>
                  </a:lnTo>
                  <a:lnTo>
                    <a:pt x="326885" y="0"/>
                  </a:lnTo>
                  <a:lnTo>
                    <a:pt x="322973" y="0"/>
                  </a:lnTo>
                  <a:lnTo>
                    <a:pt x="287629" y="14655"/>
                  </a:lnTo>
                  <a:lnTo>
                    <a:pt x="267830" y="51663"/>
                  </a:lnTo>
                  <a:lnTo>
                    <a:pt x="267436" y="505155"/>
                  </a:lnTo>
                  <a:lnTo>
                    <a:pt x="505155" y="505155"/>
                  </a:lnTo>
                  <a:lnTo>
                    <a:pt x="505155" y="55524"/>
                  </a:lnTo>
                  <a:close/>
                </a:path>
              </a:pathLst>
            </a:custGeom>
            <a:solidFill>
              <a:srgbClr val="0F67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799859" y="6316046"/>
              <a:ext cx="961996" cy="96103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39027" y="6422183"/>
              <a:ext cx="904726" cy="904726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2186302" y="8257044"/>
            <a:ext cx="1529715" cy="615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185" marR="5080" indent="-198120">
              <a:lnSpc>
                <a:spcPct val="107600"/>
              </a:lnSpc>
              <a:spcBef>
                <a:spcPts val="95"/>
              </a:spcBef>
            </a:pP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Product</a:t>
            </a:r>
            <a:r>
              <a:rPr sz="1800" b="1" spc="7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Pilot </a:t>
            </a:r>
            <a:r>
              <a:rPr sz="1800" b="1" spc="50" dirty="0">
                <a:solidFill>
                  <a:srgbClr val="333332"/>
                </a:solidFill>
                <a:latin typeface="Tahoma"/>
                <a:cs typeface="Tahoma"/>
              </a:rPr>
              <a:t>Feb</a:t>
            </a:r>
            <a:r>
              <a:rPr sz="1800" b="1" spc="-4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2026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57257" y="8257044"/>
            <a:ext cx="1855470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2585" marR="5080" indent="-350520">
              <a:lnSpc>
                <a:spcPct val="107600"/>
              </a:lnSpc>
              <a:spcBef>
                <a:spcPts val="95"/>
              </a:spcBef>
            </a:pP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Modification</a:t>
            </a:r>
            <a:r>
              <a:rPr sz="1800" b="1" spc="1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333332"/>
                </a:solidFill>
                <a:latin typeface="Tahoma"/>
                <a:cs typeface="Tahoma"/>
              </a:rPr>
              <a:t>for </a:t>
            </a: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Beta </a:t>
            </a:r>
            <a:r>
              <a:rPr sz="1800" b="1" spc="25" dirty="0">
                <a:solidFill>
                  <a:srgbClr val="333332"/>
                </a:solidFill>
                <a:latin typeface="Tahoma"/>
                <a:cs typeface="Tahoma"/>
              </a:rPr>
              <a:t>MVP </a:t>
            </a: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Mar</a:t>
            </a:r>
            <a:r>
              <a:rPr sz="1800" b="1" spc="-3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2026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97782" y="4804966"/>
            <a:ext cx="2692400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95"/>
              </a:spcBef>
            </a:pP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improvements</a:t>
            </a:r>
            <a:r>
              <a:rPr sz="1800" b="1" spc="-11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333332"/>
                </a:solidFill>
                <a:latin typeface="Tahoma"/>
                <a:cs typeface="Tahoma"/>
              </a:rPr>
              <a:t>in</a:t>
            </a:r>
            <a:r>
              <a:rPr sz="1800" b="1" spc="-8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Cloud </a:t>
            </a: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and</a:t>
            </a:r>
            <a:r>
              <a:rPr sz="1800" b="1" spc="-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170" dirty="0">
                <a:solidFill>
                  <a:srgbClr val="333332"/>
                </a:solidFill>
                <a:latin typeface="Tahoma"/>
                <a:cs typeface="Tahoma"/>
              </a:rPr>
              <a:t>AI</a:t>
            </a:r>
            <a:r>
              <a:rPr sz="1800" b="1" spc="-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setup</a:t>
            </a:r>
            <a:r>
              <a:rPr sz="1800" b="1" spc="-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333332"/>
                </a:solidFill>
                <a:latin typeface="Tahoma"/>
                <a:cs typeface="Tahoma"/>
              </a:rPr>
              <a:t>for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optimization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233573" y="8293903"/>
            <a:ext cx="1936750" cy="1501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7600"/>
              </a:lnSpc>
              <a:spcBef>
                <a:spcPts val="95"/>
              </a:spcBef>
            </a:pP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Apply</a:t>
            </a:r>
            <a:r>
              <a:rPr sz="1800" b="1" spc="6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under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Pradhan</a:t>
            </a:r>
            <a:r>
              <a:rPr sz="1800" b="1" spc="-1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Mantri </a:t>
            </a:r>
            <a:r>
              <a:rPr sz="1800" b="1" spc="-25" dirty="0">
                <a:solidFill>
                  <a:srgbClr val="333332"/>
                </a:solidFill>
                <a:latin typeface="Tahoma"/>
                <a:cs typeface="Tahoma"/>
              </a:rPr>
              <a:t>Krishi</a:t>
            </a:r>
            <a:r>
              <a:rPr sz="1800" b="1" spc="-9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Sinchayee Yojana</a:t>
            </a:r>
            <a:r>
              <a:rPr sz="1800" b="1" spc="-114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govt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subsidies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075990" y="4602225"/>
            <a:ext cx="271843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333332"/>
                </a:solidFill>
                <a:latin typeface="Tahoma"/>
                <a:cs typeface="Tahoma"/>
              </a:rPr>
              <a:t>(Only</a:t>
            </a:r>
            <a:r>
              <a:rPr sz="1400" b="1" spc="-5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when</a:t>
            </a:r>
            <a:r>
              <a:rPr sz="1400" b="1" spc="-5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value</a:t>
            </a:r>
            <a:r>
              <a:rPr sz="1400" b="1" spc="-5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is</a:t>
            </a:r>
            <a:r>
              <a:rPr sz="1400" b="1" spc="-5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33332"/>
                </a:solidFill>
                <a:latin typeface="Tahoma"/>
                <a:cs typeface="Tahoma"/>
              </a:rPr>
              <a:t>delivered)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0614100" y="5395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0599317" y="4819395"/>
            <a:ext cx="567182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0" marR="5080" indent="-2686685">
              <a:lnSpc>
                <a:spcPct val="107100"/>
              </a:lnSpc>
              <a:spcBef>
                <a:spcPts val="95"/>
              </a:spcBef>
            </a:pPr>
            <a:r>
              <a:rPr sz="1400" b="1" spc="50" dirty="0">
                <a:solidFill>
                  <a:srgbClr val="333332"/>
                </a:solidFill>
                <a:latin typeface="Tahoma"/>
                <a:cs typeface="Tahoma"/>
              </a:rPr>
              <a:t>Who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pays: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Buyers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-150" dirty="0">
                <a:solidFill>
                  <a:srgbClr val="333332"/>
                </a:solidFill>
                <a:latin typeface="Tahoma"/>
                <a:cs typeface="Tahoma"/>
              </a:rPr>
              <a:t>/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50" dirty="0">
                <a:solidFill>
                  <a:srgbClr val="333332"/>
                </a:solidFill>
                <a:latin typeface="Tahoma"/>
                <a:cs typeface="Tahoma"/>
              </a:rPr>
              <a:t>processors</a:t>
            </a:r>
            <a:r>
              <a:rPr sz="1400" b="1" spc="-1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-150" dirty="0">
                <a:solidFill>
                  <a:srgbClr val="333332"/>
                </a:solidFill>
                <a:latin typeface="Tahoma"/>
                <a:cs typeface="Tahoma"/>
              </a:rPr>
              <a:t>/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bulk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vendors: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333332"/>
                </a:solidFill>
                <a:latin typeface="Arial Black"/>
                <a:cs typeface="Arial Black"/>
              </a:rPr>
              <a:t>₹</a:t>
            </a:r>
            <a:r>
              <a:rPr sz="1400" b="1" spc="-55" dirty="0">
                <a:solidFill>
                  <a:srgbClr val="333332"/>
                </a:solidFill>
                <a:latin typeface="Tahoma"/>
                <a:cs typeface="Tahoma"/>
              </a:rPr>
              <a:t>0.5–</a:t>
            </a:r>
            <a:r>
              <a:rPr sz="1400" b="1" spc="-105" dirty="0">
                <a:solidFill>
                  <a:srgbClr val="333332"/>
                </a:solidFill>
                <a:latin typeface="Tahoma"/>
                <a:cs typeface="Tahoma"/>
              </a:rPr>
              <a:t>1.5</a:t>
            </a:r>
            <a:r>
              <a:rPr sz="1400" b="1" spc="-1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per</a:t>
            </a:r>
            <a:r>
              <a:rPr sz="1400" b="1" spc="-2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333332"/>
                </a:solidFill>
                <a:latin typeface="Tahoma"/>
                <a:cs typeface="Tahoma"/>
              </a:rPr>
              <a:t>kg OR</a:t>
            </a:r>
            <a:endParaRPr sz="1400">
              <a:latin typeface="Tahoma"/>
              <a:cs typeface="Tahoma"/>
            </a:endParaRPr>
          </a:p>
          <a:p>
            <a:pPr marL="307340" algn="ctr">
              <a:lnSpc>
                <a:spcPct val="100000"/>
              </a:lnSpc>
              <a:spcBef>
                <a:spcPts val="120"/>
              </a:spcBef>
            </a:pPr>
            <a:r>
              <a:rPr sz="1400" b="1" spc="-35" dirty="0">
                <a:solidFill>
                  <a:srgbClr val="333332"/>
                </a:solidFill>
                <a:latin typeface="Tahoma"/>
                <a:cs typeface="Tahoma"/>
              </a:rPr>
              <a:t>0.5–</a:t>
            </a:r>
            <a:r>
              <a:rPr sz="1400" b="1" spc="-270" dirty="0">
                <a:solidFill>
                  <a:srgbClr val="333332"/>
                </a:solidFill>
                <a:latin typeface="Tahoma"/>
                <a:cs typeface="Tahoma"/>
              </a:rPr>
              <a:t>2%</a:t>
            </a:r>
            <a:r>
              <a:rPr sz="1400" b="1" spc="-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per</a:t>
            </a:r>
            <a:r>
              <a:rPr sz="1400" b="1" spc="-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transaction</a:t>
            </a:r>
            <a:r>
              <a:rPr sz="1400" b="1" spc="-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33332"/>
                </a:solidFill>
                <a:latin typeface="Tahoma"/>
                <a:cs typeface="Tahoma"/>
              </a:rPr>
              <a:t>(capped)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609526" y="8258349"/>
            <a:ext cx="1480185" cy="1206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95"/>
              </a:spcBef>
            </a:pP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Expand demography </a:t>
            </a:r>
            <a:r>
              <a:rPr sz="1800" b="1" spc="-25" dirty="0">
                <a:solidFill>
                  <a:srgbClr val="333332"/>
                </a:solidFill>
                <a:latin typeface="Tahoma"/>
                <a:cs typeface="Tahoma"/>
              </a:rPr>
              <a:t>through</a:t>
            </a:r>
            <a:r>
              <a:rPr sz="1800" b="1" spc="-7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333332"/>
                </a:solidFill>
                <a:latin typeface="Tahoma"/>
                <a:cs typeface="Tahoma"/>
              </a:rPr>
              <a:t>key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distributors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403648" y="2030349"/>
            <a:ext cx="9384030" cy="1749425"/>
            <a:chOff x="4403648" y="2030349"/>
            <a:chExt cx="9384030" cy="1749425"/>
          </a:xfrm>
        </p:grpSpPr>
        <p:sp>
          <p:nvSpPr>
            <p:cNvPr id="62" name="object 62"/>
            <p:cNvSpPr/>
            <p:nvPr/>
          </p:nvSpPr>
          <p:spPr>
            <a:xfrm>
              <a:off x="4403636" y="2030361"/>
              <a:ext cx="9384030" cy="1749425"/>
            </a:xfrm>
            <a:custGeom>
              <a:avLst/>
              <a:gdLst/>
              <a:ahLst/>
              <a:cxnLst/>
              <a:rect l="l" t="t" r="r" b="b"/>
              <a:pathLst>
                <a:path w="9384030" h="1749425">
                  <a:moveTo>
                    <a:pt x="704837" y="1625854"/>
                  </a:moveTo>
                  <a:lnTo>
                    <a:pt x="695172" y="1580235"/>
                  </a:lnTo>
                  <a:lnTo>
                    <a:pt x="667804" y="1541526"/>
                  </a:lnTo>
                  <a:lnTo>
                    <a:pt x="627214" y="1515414"/>
                  </a:lnTo>
                  <a:lnTo>
                    <a:pt x="577519" y="1505839"/>
                  </a:lnTo>
                  <a:lnTo>
                    <a:pt x="527837" y="1515414"/>
                  </a:lnTo>
                  <a:lnTo>
                    <a:pt x="487260" y="1541526"/>
                  </a:lnTo>
                  <a:lnTo>
                    <a:pt x="459917" y="1580235"/>
                  </a:lnTo>
                  <a:lnTo>
                    <a:pt x="449884" y="1627632"/>
                  </a:lnTo>
                  <a:lnTo>
                    <a:pt x="459917" y="1675015"/>
                  </a:lnTo>
                  <a:lnTo>
                    <a:pt x="487260" y="1713699"/>
                  </a:lnTo>
                  <a:lnTo>
                    <a:pt x="527837" y="1739785"/>
                  </a:lnTo>
                  <a:lnTo>
                    <a:pt x="577519" y="1749374"/>
                  </a:lnTo>
                  <a:lnTo>
                    <a:pt x="627214" y="1739785"/>
                  </a:lnTo>
                  <a:lnTo>
                    <a:pt x="667804" y="1713699"/>
                  </a:lnTo>
                  <a:lnTo>
                    <a:pt x="695172" y="1675015"/>
                  </a:lnTo>
                  <a:lnTo>
                    <a:pt x="704837" y="1629397"/>
                  </a:lnTo>
                  <a:lnTo>
                    <a:pt x="704837" y="1625854"/>
                  </a:lnTo>
                  <a:close/>
                </a:path>
                <a:path w="9384030" h="1749425">
                  <a:moveTo>
                    <a:pt x="1154747" y="642594"/>
                  </a:moveTo>
                  <a:lnTo>
                    <a:pt x="1152893" y="593928"/>
                  </a:lnTo>
                  <a:lnTo>
                    <a:pt x="1147318" y="546493"/>
                  </a:lnTo>
                  <a:lnTo>
                    <a:pt x="1138199" y="500418"/>
                  </a:lnTo>
                  <a:lnTo>
                    <a:pt x="1125689" y="455866"/>
                  </a:lnTo>
                  <a:lnTo>
                    <a:pt x="1109941" y="412940"/>
                  </a:lnTo>
                  <a:lnTo>
                    <a:pt x="1091095" y="371792"/>
                  </a:lnTo>
                  <a:lnTo>
                    <a:pt x="1069289" y="332574"/>
                  </a:lnTo>
                  <a:lnTo>
                    <a:pt x="1057516" y="314782"/>
                  </a:lnTo>
                  <a:lnTo>
                    <a:pt x="1057516" y="642594"/>
                  </a:lnTo>
                  <a:lnTo>
                    <a:pt x="1055128" y="692137"/>
                  </a:lnTo>
                  <a:lnTo>
                    <a:pt x="1055103" y="692289"/>
                  </a:lnTo>
                  <a:lnTo>
                    <a:pt x="1048118" y="740283"/>
                  </a:lnTo>
                  <a:lnTo>
                    <a:pt x="1036688" y="786790"/>
                  </a:lnTo>
                  <a:lnTo>
                    <a:pt x="1021054" y="831418"/>
                  </a:lnTo>
                  <a:lnTo>
                    <a:pt x="1001433" y="873899"/>
                  </a:lnTo>
                  <a:lnTo>
                    <a:pt x="978039" y="914006"/>
                  </a:lnTo>
                  <a:lnTo>
                    <a:pt x="951077" y="951471"/>
                  </a:lnTo>
                  <a:lnTo>
                    <a:pt x="920775" y="986053"/>
                  </a:lnTo>
                  <a:lnTo>
                    <a:pt x="887336" y="1017485"/>
                  </a:lnTo>
                  <a:lnTo>
                    <a:pt x="850976" y="1045552"/>
                  </a:lnTo>
                  <a:lnTo>
                    <a:pt x="811911" y="1069975"/>
                  </a:lnTo>
                  <a:lnTo>
                    <a:pt x="770356" y="1090523"/>
                  </a:lnTo>
                  <a:lnTo>
                    <a:pt x="726516" y="1106944"/>
                  </a:lnTo>
                  <a:lnTo>
                    <a:pt x="680618" y="1118971"/>
                  </a:lnTo>
                  <a:lnTo>
                    <a:pt x="632599" y="1126413"/>
                  </a:lnTo>
                  <a:lnTo>
                    <a:pt x="632066" y="1126413"/>
                  </a:lnTo>
                  <a:lnTo>
                    <a:pt x="583476" y="1128903"/>
                  </a:lnTo>
                  <a:lnTo>
                    <a:pt x="536816" y="1126655"/>
                  </a:lnTo>
                  <a:lnTo>
                    <a:pt x="491388" y="1120089"/>
                  </a:lnTo>
                  <a:lnTo>
                    <a:pt x="447382" y="1109383"/>
                  </a:lnTo>
                  <a:lnTo>
                    <a:pt x="405003" y="1094765"/>
                  </a:lnTo>
                  <a:lnTo>
                    <a:pt x="364464" y="1076439"/>
                  </a:lnTo>
                  <a:lnTo>
                    <a:pt x="325983" y="1054608"/>
                  </a:lnTo>
                  <a:lnTo>
                    <a:pt x="289750" y="1029474"/>
                  </a:lnTo>
                  <a:lnTo>
                    <a:pt x="255981" y="1001255"/>
                  </a:lnTo>
                  <a:lnTo>
                    <a:pt x="224891" y="970153"/>
                  </a:lnTo>
                  <a:lnTo>
                    <a:pt x="196684" y="936383"/>
                  </a:lnTo>
                  <a:lnTo>
                    <a:pt x="171551" y="900137"/>
                  </a:lnTo>
                  <a:lnTo>
                    <a:pt x="149720" y="861644"/>
                  </a:lnTo>
                  <a:lnTo>
                    <a:pt x="131394" y="821105"/>
                  </a:lnTo>
                  <a:lnTo>
                    <a:pt x="116776" y="778713"/>
                  </a:lnTo>
                  <a:lnTo>
                    <a:pt x="106083" y="734695"/>
                  </a:lnTo>
                  <a:lnTo>
                    <a:pt x="99517" y="689254"/>
                  </a:lnTo>
                  <a:lnTo>
                    <a:pt x="97282" y="642594"/>
                  </a:lnTo>
                  <a:lnTo>
                    <a:pt x="99517" y="595934"/>
                  </a:lnTo>
                  <a:lnTo>
                    <a:pt x="106083" y="550494"/>
                  </a:lnTo>
                  <a:lnTo>
                    <a:pt x="116776" y="506476"/>
                  </a:lnTo>
                  <a:lnTo>
                    <a:pt x="131394" y="464083"/>
                  </a:lnTo>
                  <a:lnTo>
                    <a:pt x="149720" y="423545"/>
                  </a:lnTo>
                  <a:lnTo>
                    <a:pt x="171551" y="385051"/>
                  </a:lnTo>
                  <a:lnTo>
                    <a:pt x="196684" y="348818"/>
                  </a:lnTo>
                  <a:lnTo>
                    <a:pt x="224891" y="315036"/>
                  </a:lnTo>
                  <a:lnTo>
                    <a:pt x="255981" y="283933"/>
                  </a:lnTo>
                  <a:lnTo>
                    <a:pt x="289750" y="255714"/>
                  </a:lnTo>
                  <a:lnTo>
                    <a:pt x="325983" y="230593"/>
                  </a:lnTo>
                  <a:lnTo>
                    <a:pt x="364464" y="208749"/>
                  </a:lnTo>
                  <a:lnTo>
                    <a:pt x="405003" y="190423"/>
                  </a:lnTo>
                  <a:lnTo>
                    <a:pt x="447382" y="175806"/>
                  </a:lnTo>
                  <a:lnTo>
                    <a:pt x="491388" y="165100"/>
                  </a:lnTo>
                  <a:lnTo>
                    <a:pt x="536816" y="158534"/>
                  </a:lnTo>
                  <a:lnTo>
                    <a:pt x="583476" y="156298"/>
                  </a:lnTo>
                  <a:lnTo>
                    <a:pt x="632866" y="158813"/>
                  </a:lnTo>
                  <a:lnTo>
                    <a:pt x="680618" y="166217"/>
                  </a:lnTo>
                  <a:lnTo>
                    <a:pt x="726516" y="178257"/>
                  </a:lnTo>
                  <a:lnTo>
                    <a:pt x="770356" y="194665"/>
                  </a:lnTo>
                  <a:lnTo>
                    <a:pt x="811911" y="215214"/>
                  </a:lnTo>
                  <a:lnTo>
                    <a:pt x="850976" y="239636"/>
                  </a:lnTo>
                  <a:lnTo>
                    <a:pt x="887336" y="267703"/>
                  </a:lnTo>
                  <a:lnTo>
                    <a:pt x="920775" y="299148"/>
                  </a:lnTo>
                  <a:lnTo>
                    <a:pt x="951077" y="333717"/>
                  </a:lnTo>
                  <a:lnTo>
                    <a:pt x="978039" y="371182"/>
                  </a:lnTo>
                  <a:lnTo>
                    <a:pt x="1001433" y="411289"/>
                  </a:lnTo>
                  <a:lnTo>
                    <a:pt x="1021054" y="453771"/>
                  </a:lnTo>
                  <a:lnTo>
                    <a:pt x="1036688" y="498398"/>
                  </a:lnTo>
                  <a:lnTo>
                    <a:pt x="1048118" y="544906"/>
                  </a:lnTo>
                  <a:lnTo>
                    <a:pt x="1055128" y="593051"/>
                  </a:lnTo>
                  <a:lnTo>
                    <a:pt x="1055166" y="593928"/>
                  </a:lnTo>
                  <a:lnTo>
                    <a:pt x="1055268" y="595934"/>
                  </a:lnTo>
                  <a:lnTo>
                    <a:pt x="1057516" y="642594"/>
                  </a:lnTo>
                  <a:lnTo>
                    <a:pt x="1057516" y="314782"/>
                  </a:lnTo>
                  <a:lnTo>
                    <a:pt x="1017409" y="260400"/>
                  </a:lnTo>
                  <a:lnTo>
                    <a:pt x="987628" y="227736"/>
                  </a:lnTo>
                  <a:lnTo>
                    <a:pt x="955471" y="197535"/>
                  </a:lnTo>
                  <a:lnTo>
                    <a:pt x="921092" y="169938"/>
                  </a:lnTo>
                  <a:lnTo>
                    <a:pt x="901090" y="156298"/>
                  </a:lnTo>
                  <a:lnTo>
                    <a:pt x="884631" y="145072"/>
                  </a:lnTo>
                  <a:lnTo>
                    <a:pt x="846239" y="123075"/>
                  </a:lnTo>
                  <a:lnTo>
                    <a:pt x="806069" y="104089"/>
                  </a:lnTo>
                  <a:lnTo>
                    <a:pt x="764247" y="88252"/>
                  </a:lnTo>
                  <a:lnTo>
                    <a:pt x="720928" y="75692"/>
                  </a:lnTo>
                  <a:lnTo>
                    <a:pt x="676262" y="66548"/>
                  </a:lnTo>
                  <a:lnTo>
                    <a:pt x="630402" y="60972"/>
                  </a:lnTo>
                  <a:lnTo>
                    <a:pt x="583476" y="59080"/>
                  </a:lnTo>
                  <a:lnTo>
                    <a:pt x="534809" y="60972"/>
                  </a:lnTo>
                  <a:lnTo>
                    <a:pt x="487387" y="66548"/>
                  </a:lnTo>
                  <a:lnTo>
                    <a:pt x="441325" y="75692"/>
                  </a:lnTo>
                  <a:lnTo>
                    <a:pt x="396760" y="88252"/>
                  </a:lnTo>
                  <a:lnTo>
                    <a:pt x="353847" y="104089"/>
                  </a:lnTo>
                  <a:lnTo>
                    <a:pt x="312712" y="123075"/>
                  </a:lnTo>
                  <a:lnTo>
                    <a:pt x="273481" y="145072"/>
                  </a:lnTo>
                  <a:lnTo>
                    <a:pt x="236308" y="169938"/>
                  </a:lnTo>
                  <a:lnTo>
                    <a:pt x="201320" y="197535"/>
                  </a:lnTo>
                  <a:lnTo>
                    <a:pt x="168668" y="227736"/>
                  </a:lnTo>
                  <a:lnTo>
                    <a:pt x="138468" y="260400"/>
                  </a:lnTo>
                  <a:lnTo>
                    <a:pt x="110871" y="295389"/>
                  </a:lnTo>
                  <a:lnTo>
                    <a:pt x="86004" y="332574"/>
                  </a:lnTo>
                  <a:lnTo>
                    <a:pt x="64008" y="371792"/>
                  </a:lnTo>
                  <a:lnTo>
                    <a:pt x="45021" y="412940"/>
                  </a:lnTo>
                  <a:lnTo>
                    <a:pt x="29184" y="455866"/>
                  </a:lnTo>
                  <a:lnTo>
                    <a:pt x="16624" y="500418"/>
                  </a:lnTo>
                  <a:lnTo>
                    <a:pt x="7480" y="546493"/>
                  </a:lnTo>
                  <a:lnTo>
                    <a:pt x="1892" y="593928"/>
                  </a:lnTo>
                  <a:lnTo>
                    <a:pt x="1816" y="595934"/>
                  </a:lnTo>
                  <a:lnTo>
                    <a:pt x="0" y="642594"/>
                  </a:lnTo>
                  <a:lnTo>
                    <a:pt x="2120" y="692289"/>
                  </a:lnTo>
                  <a:lnTo>
                    <a:pt x="8343" y="740930"/>
                  </a:lnTo>
                  <a:lnTo>
                    <a:pt x="18516" y="788314"/>
                  </a:lnTo>
                  <a:lnTo>
                    <a:pt x="32486" y="834263"/>
                  </a:lnTo>
                  <a:lnTo>
                    <a:pt x="50088" y="878573"/>
                  </a:lnTo>
                  <a:lnTo>
                    <a:pt x="71158" y="921054"/>
                  </a:lnTo>
                  <a:lnTo>
                    <a:pt x="95554" y="961504"/>
                  </a:lnTo>
                  <a:lnTo>
                    <a:pt x="123088" y="999718"/>
                  </a:lnTo>
                  <a:lnTo>
                    <a:pt x="153619" y="1035519"/>
                  </a:lnTo>
                  <a:lnTo>
                    <a:pt x="186982" y="1068692"/>
                  </a:lnTo>
                  <a:lnTo>
                    <a:pt x="223012" y="1099058"/>
                  </a:lnTo>
                  <a:lnTo>
                    <a:pt x="261543" y="1126413"/>
                  </a:lnTo>
                  <a:lnTo>
                    <a:pt x="302437" y="1150569"/>
                  </a:lnTo>
                  <a:lnTo>
                    <a:pt x="345528" y="1171308"/>
                  </a:lnTo>
                  <a:lnTo>
                    <a:pt x="390639" y="1188466"/>
                  </a:lnTo>
                  <a:lnTo>
                    <a:pt x="437616" y="1201826"/>
                  </a:lnTo>
                  <a:lnTo>
                    <a:pt x="582828" y="1443875"/>
                  </a:lnTo>
                  <a:lnTo>
                    <a:pt x="584060" y="1443875"/>
                  </a:lnTo>
                  <a:lnTo>
                    <a:pt x="717181" y="1201826"/>
                  </a:lnTo>
                  <a:lnTo>
                    <a:pt x="764159" y="1188466"/>
                  </a:lnTo>
                  <a:lnTo>
                    <a:pt x="809269" y="1171308"/>
                  </a:lnTo>
                  <a:lnTo>
                    <a:pt x="852347" y="1150569"/>
                  </a:lnTo>
                  <a:lnTo>
                    <a:pt x="889038" y="1128903"/>
                  </a:lnTo>
                  <a:lnTo>
                    <a:pt x="931786" y="1099058"/>
                  </a:lnTo>
                  <a:lnTo>
                    <a:pt x="967816" y="1068692"/>
                  </a:lnTo>
                  <a:lnTo>
                    <a:pt x="1001179" y="1035519"/>
                  </a:lnTo>
                  <a:lnTo>
                    <a:pt x="1031709" y="999718"/>
                  </a:lnTo>
                  <a:lnTo>
                    <a:pt x="1059243" y="961504"/>
                  </a:lnTo>
                  <a:lnTo>
                    <a:pt x="1083627" y="921054"/>
                  </a:lnTo>
                  <a:lnTo>
                    <a:pt x="1104709" y="878573"/>
                  </a:lnTo>
                  <a:lnTo>
                    <a:pt x="1122311" y="834263"/>
                  </a:lnTo>
                  <a:lnTo>
                    <a:pt x="1136281" y="788314"/>
                  </a:lnTo>
                  <a:lnTo>
                    <a:pt x="1146454" y="740930"/>
                  </a:lnTo>
                  <a:lnTo>
                    <a:pt x="1152677" y="692289"/>
                  </a:lnTo>
                  <a:lnTo>
                    <a:pt x="1152804" y="689254"/>
                  </a:lnTo>
                  <a:lnTo>
                    <a:pt x="1154747" y="642594"/>
                  </a:lnTo>
                  <a:close/>
                </a:path>
                <a:path w="9384030" h="1749425">
                  <a:moveTo>
                    <a:pt x="4654029" y="1566773"/>
                  </a:moveTo>
                  <a:lnTo>
                    <a:pt x="4644364" y="1521155"/>
                  </a:lnTo>
                  <a:lnTo>
                    <a:pt x="4616996" y="1482432"/>
                  </a:lnTo>
                  <a:lnTo>
                    <a:pt x="4576407" y="1456334"/>
                  </a:lnTo>
                  <a:lnTo>
                    <a:pt x="4526712" y="1446758"/>
                  </a:lnTo>
                  <a:lnTo>
                    <a:pt x="4477029" y="1456334"/>
                  </a:lnTo>
                  <a:lnTo>
                    <a:pt x="4436465" y="1482432"/>
                  </a:lnTo>
                  <a:lnTo>
                    <a:pt x="4409110" y="1521155"/>
                  </a:lnTo>
                  <a:lnTo>
                    <a:pt x="4399077" y="1568538"/>
                  </a:lnTo>
                  <a:lnTo>
                    <a:pt x="4409110" y="1615935"/>
                  </a:lnTo>
                  <a:lnTo>
                    <a:pt x="4436465" y="1654619"/>
                  </a:lnTo>
                  <a:lnTo>
                    <a:pt x="4477029" y="1680705"/>
                  </a:lnTo>
                  <a:lnTo>
                    <a:pt x="4526712" y="1690293"/>
                  </a:lnTo>
                  <a:lnTo>
                    <a:pt x="4576407" y="1680705"/>
                  </a:lnTo>
                  <a:lnTo>
                    <a:pt x="4616996" y="1654619"/>
                  </a:lnTo>
                  <a:lnTo>
                    <a:pt x="4644364" y="1615935"/>
                  </a:lnTo>
                  <a:lnTo>
                    <a:pt x="4654029" y="1570316"/>
                  </a:lnTo>
                  <a:lnTo>
                    <a:pt x="4654029" y="1566773"/>
                  </a:lnTo>
                  <a:close/>
                </a:path>
                <a:path w="9384030" h="1749425">
                  <a:moveTo>
                    <a:pt x="5103952" y="583514"/>
                  </a:moveTo>
                  <a:lnTo>
                    <a:pt x="5102085" y="534847"/>
                  </a:lnTo>
                  <a:lnTo>
                    <a:pt x="5096510" y="487413"/>
                  </a:lnTo>
                  <a:lnTo>
                    <a:pt x="5087391" y="441337"/>
                  </a:lnTo>
                  <a:lnTo>
                    <a:pt x="5074882" y="396773"/>
                  </a:lnTo>
                  <a:lnTo>
                    <a:pt x="5059134" y="353860"/>
                  </a:lnTo>
                  <a:lnTo>
                    <a:pt x="5040287" y="312712"/>
                  </a:lnTo>
                  <a:lnTo>
                    <a:pt x="5018481" y="273481"/>
                  </a:lnTo>
                  <a:lnTo>
                    <a:pt x="5006708" y="255701"/>
                  </a:lnTo>
                  <a:lnTo>
                    <a:pt x="5006708" y="583514"/>
                  </a:lnTo>
                  <a:lnTo>
                    <a:pt x="5004320" y="633056"/>
                  </a:lnTo>
                  <a:lnTo>
                    <a:pt x="4997310" y="681202"/>
                  </a:lnTo>
                  <a:lnTo>
                    <a:pt x="4985880" y="727710"/>
                  </a:lnTo>
                  <a:lnTo>
                    <a:pt x="4970246" y="772337"/>
                  </a:lnTo>
                  <a:lnTo>
                    <a:pt x="4950625" y="814819"/>
                  </a:lnTo>
                  <a:lnTo>
                    <a:pt x="4927231" y="854925"/>
                  </a:lnTo>
                  <a:lnTo>
                    <a:pt x="4900269" y="892390"/>
                  </a:lnTo>
                  <a:lnTo>
                    <a:pt x="4869967" y="926960"/>
                  </a:lnTo>
                  <a:lnTo>
                    <a:pt x="4836528" y="958405"/>
                  </a:lnTo>
                  <a:lnTo>
                    <a:pt x="4800168" y="986472"/>
                  </a:lnTo>
                  <a:lnTo>
                    <a:pt x="4761103" y="1010894"/>
                  </a:lnTo>
                  <a:lnTo>
                    <a:pt x="4719548" y="1031443"/>
                  </a:lnTo>
                  <a:lnTo>
                    <a:pt x="4675708" y="1047851"/>
                  </a:lnTo>
                  <a:lnTo>
                    <a:pt x="4629810" y="1059891"/>
                  </a:lnTo>
                  <a:lnTo>
                    <a:pt x="4581791" y="1067333"/>
                  </a:lnTo>
                  <a:lnTo>
                    <a:pt x="4581258" y="1067333"/>
                  </a:lnTo>
                  <a:lnTo>
                    <a:pt x="4532668" y="1069809"/>
                  </a:lnTo>
                  <a:lnTo>
                    <a:pt x="4486008" y="1067574"/>
                  </a:lnTo>
                  <a:lnTo>
                    <a:pt x="4440580" y="1061008"/>
                  </a:lnTo>
                  <a:lnTo>
                    <a:pt x="4396575" y="1050302"/>
                  </a:lnTo>
                  <a:lnTo>
                    <a:pt x="4354195" y="1035685"/>
                  </a:lnTo>
                  <a:lnTo>
                    <a:pt x="4313656" y="1017358"/>
                  </a:lnTo>
                  <a:lnTo>
                    <a:pt x="4275175" y="995514"/>
                  </a:lnTo>
                  <a:lnTo>
                    <a:pt x="4238942" y="970394"/>
                  </a:lnTo>
                  <a:lnTo>
                    <a:pt x="4205186" y="942174"/>
                  </a:lnTo>
                  <a:lnTo>
                    <a:pt x="4174083" y="911072"/>
                  </a:lnTo>
                  <a:lnTo>
                    <a:pt x="4145877" y="877290"/>
                  </a:lnTo>
                  <a:lnTo>
                    <a:pt x="4120756" y="841057"/>
                  </a:lnTo>
                  <a:lnTo>
                    <a:pt x="4098925" y="802563"/>
                  </a:lnTo>
                  <a:lnTo>
                    <a:pt x="4080599" y="762025"/>
                  </a:lnTo>
                  <a:lnTo>
                    <a:pt x="4065981" y="719632"/>
                  </a:lnTo>
                  <a:lnTo>
                    <a:pt x="4055275" y="675614"/>
                  </a:lnTo>
                  <a:lnTo>
                    <a:pt x="4048709" y="630174"/>
                  </a:lnTo>
                  <a:lnTo>
                    <a:pt x="4046474" y="583514"/>
                  </a:lnTo>
                  <a:lnTo>
                    <a:pt x="4048709" y="536854"/>
                  </a:lnTo>
                  <a:lnTo>
                    <a:pt x="4055275" y="491413"/>
                  </a:lnTo>
                  <a:lnTo>
                    <a:pt x="4065981" y="447395"/>
                  </a:lnTo>
                  <a:lnTo>
                    <a:pt x="4080599" y="405003"/>
                  </a:lnTo>
                  <a:lnTo>
                    <a:pt x="4098925" y="364464"/>
                  </a:lnTo>
                  <a:lnTo>
                    <a:pt x="4120756" y="325970"/>
                  </a:lnTo>
                  <a:lnTo>
                    <a:pt x="4145877" y="289725"/>
                  </a:lnTo>
                  <a:lnTo>
                    <a:pt x="4174083" y="255955"/>
                  </a:lnTo>
                  <a:lnTo>
                    <a:pt x="4205186" y="224853"/>
                  </a:lnTo>
                  <a:lnTo>
                    <a:pt x="4238942" y="196634"/>
                  </a:lnTo>
                  <a:lnTo>
                    <a:pt x="4275175" y="171500"/>
                  </a:lnTo>
                  <a:lnTo>
                    <a:pt x="4313656" y="149669"/>
                  </a:lnTo>
                  <a:lnTo>
                    <a:pt x="4354195" y="131343"/>
                  </a:lnTo>
                  <a:lnTo>
                    <a:pt x="4396575" y="116725"/>
                  </a:lnTo>
                  <a:lnTo>
                    <a:pt x="4440580" y="106019"/>
                  </a:lnTo>
                  <a:lnTo>
                    <a:pt x="4486008" y="99453"/>
                  </a:lnTo>
                  <a:lnTo>
                    <a:pt x="4532668" y="97205"/>
                  </a:lnTo>
                  <a:lnTo>
                    <a:pt x="4582058" y="99733"/>
                  </a:lnTo>
                  <a:lnTo>
                    <a:pt x="4629810" y="107137"/>
                  </a:lnTo>
                  <a:lnTo>
                    <a:pt x="4675708" y="119164"/>
                  </a:lnTo>
                  <a:lnTo>
                    <a:pt x="4719548" y="135585"/>
                  </a:lnTo>
                  <a:lnTo>
                    <a:pt x="4761103" y="156133"/>
                  </a:lnTo>
                  <a:lnTo>
                    <a:pt x="4800168" y="180555"/>
                  </a:lnTo>
                  <a:lnTo>
                    <a:pt x="4836528" y="208622"/>
                  </a:lnTo>
                  <a:lnTo>
                    <a:pt x="4869967" y="240055"/>
                  </a:lnTo>
                  <a:lnTo>
                    <a:pt x="4900269" y="274637"/>
                  </a:lnTo>
                  <a:lnTo>
                    <a:pt x="4927231" y="312102"/>
                  </a:lnTo>
                  <a:lnTo>
                    <a:pt x="4950625" y="352209"/>
                  </a:lnTo>
                  <a:lnTo>
                    <a:pt x="4970246" y="394690"/>
                  </a:lnTo>
                  <a:lnTo>
                    <a:pt x="4985880" y="439318"/>
                  </a:lnTo>
                  <a:lnTo>
                    <a:pt x="4997310" y="485825"/>
                  </a:lnTo>
                  <a:lnTo>
                    <a:pt x="5004320" y="533971"/>
                  </a:lnTo>
                  <a:lnTo>
                    <a:pt x="5004460" y="536854"/>
                  </a:lnTo>
                  <a:lnTo>
                    <a:pt x="5006708" y="583514"/>
                  </a:lnTo>
                  <a:lnTo>
                    <a:pt x="5006708" y="255701"/>
                  </a:lnTo>
                  <a:lnTo>
                    <a:pt x="4993881" y="236308"/>
                  </a:lnTo>
                  <a:lnTo>
                    <a:pt x="4966601" y="201320"/>
                  </a:lnTo>
                  <a:lnTo>
                    <a:pt x="4936820" y="168656"/>
                  </a:lnTo>
                  <a:lnTo>
                    <a:pt x="4904664" y="138455"/>
                  </a:lnTo>
                  <a:lnTo>
                    <a:pt x="4870285" y="110858"/>
                  </a:lnTo>
                  <a:lnTo>
                    <a:pt x="4833823" y="85991"/>
                  </a:lnTo>
                  <a:lnTo>
                    <a:pt x="4795431" y="63995"/>
                  </a:lnTo>
                  <a:lnTo>
                    <a:pt x="4755261" y="45008"/>
                  </a:lnTo>
                  <a:lnTo>
                    <a:pt x="4713440" y="29171"/>
                  </a:lnTo>
                  <a:lnTo>
                    <a:pt x="4670120" y="16611"/>
                  </a:lnTo>
                  <a:lnTo>
                    <a:pt x="4625454" y="7467"/>
                  </a:lnTo>
                  <a:lnTo>
                    <a:pt x="4579594" y="1892"/>
                  </a:lnTo>
                  <a:lnTo>
                    <a:pt x="4532668" y="0"/>
                  </a:lnTo>
                  <a:lnTo>
                    <a:pt x="4484001" y="1892"/>
                  </a:lnTo>
                  <a:lnTo>
                    <a:pt x="4436580" y="7467"/>
                  </a:lnTo>
                  <a:lnTo>
                    <a:pt x="4390517" y="16611"/>
                  </a:lnTo>
                  <a:lnTo>
                    <a:pt x="4345952" y="29171"/>
                  </a:lnTo>
                  <a:lnTo>
                    <a:pt x="4303039" y="45008"/>
                  </a:lnTo>
                  <a:lnTo>
                    <a:pt x="4261904" y="63995"/>
                  </a:lnTo>
                  <a:lnTo>
                    <a:pt x="4222674" y="85991"/>
                  </a:lnTo>
                  <a:lnTo>
                    <a:pt x="4185501" y="110858"/>
                  </a:lnTo>
                  <a:lnTo>
                    <a:pt x="4150525" y="138455"/>
                  </a:lnTo>
                  <a:lnTo>
                    <a:pt x="4117860" y="168656"/>
                  </a:lnTo>
                  <a:lnTo>
                    <a:pt x="4087660" y="201320"/>
                  </a:lnTo>
                  <a:lnTo>
                    <a:pt x="4060063" y="236308"/>
                  </a:lnTo>
                  <a:lnTo>
                    <a:pt x="4035196" y="273481"/>
                  </a:lnTo>
                  <a:lnTo>
                    <a:pt x="4013200" y="312712"/>
                  </a:lnTo>
                  <a:lnTo>
                    <a:pt x="3994213" y="353860"/>
                  </a:lnTo>
                  <a:lnTo>
                    <a:pt x="3978376" y="396773"/>
                  </a:lnTo>
                  <a:lnTo>
                    <a:pt x="3965816" y="441337"/>
                  </a:lnTo>
                  <a:lnTo>
                    <a:pt x="3956672" y="487413"/>
                  </a:lnTo>
                  <a:lnTo>
                    <a:pt x="3951097" y="534847"/>
                  </a:lnTo>
                  <a:lnTo>
                    <a:pt x="3951020" y="536854"/>
                  </a:lnTo>
                  <a:lnTo>
                    <a:pt x="3949204" y="583514"/>
                  </a:lnTo>
                  <a:lnTo>
                    <a:pt x="3951313" y="633209"/>
                  </a:lnTo>
                  <a:lnTo>
                    <a:pt x="3957536" y="681837"/>
                  </a:lnTo>
                  <a:lnTo>
                    <a:pt x="3967708" y="729234"/>
                  </a:lnTo>
                  <a:lnTo>
                    <a:pt x="3981678" y="775182"/>
                  </a:lnTo>
                  <a:lnTo>
                    <a:pt x="3999280" y="819492"/>
                  </a:lnTo>
                  <a:lnTo>
                    <a:pt x="4020362" y="861974"/>
                  </a:lnTo>
                  <a:lnTo>
                    <a:pt x="4044746" y="902411"/>
                  </a:lnTo>
                  <a:lnTo>
                    <a:pt x="4072280" y="940638"/>
                  </a:lnTo>
                  <a:lnTo>
                    <a:pt x="4102811" y="976439"/>
                  </a:lnTo>
                  <a:lnTo>
                    <a:pt x="4136174" y="1009611"/>
                  </a:lnTo>
                  <a:lnTo>
                    <a:pt x="4172204" y="1039977"/>
                  </a:lnTo>
                  <a:lnTo>
                    <a:pt x="4210748" y="1067333"/>
                  </a:lnTo>
                  <a:lnTo>
                    <a:pt x="4251642" y="1091488"/>
                  </a:lnTo>
                  <a:lnTo>
                    <a:pt x="4294721" y="1112227"/>
                  </a:lnTo>
                  <a:lnTo>
                    <a:pt x="4339831" y="1129385"/>
                  </a:lnTo>
                  <a:lnTo>
                    <a:pt x="4386808" y="1142746"/>
                  </a:lnTo>
                  <a:lnTo>
                    <a:pt x="4532020" y="1384782"/>
                  </a:lnTo>
                  <a:lnTo>
                    <a:pt x="4533252" y="1384782"/>
                  </a:lnTo>
                  <a:lnTo>
                    <a:pt x="4666373" y="1142746"/>
                  </a:lnTo>
                  <a:lnTo>
                    <a:pt x="4713351" y="1129385"/>
                  </a:lnTo>
                  <a:lnTo>
                    <a:pt x="4758461" y="1112227"/>
                  </a:lnTo>
                  <a:lnTo>
                    <a:pt x="4801552" y="1091488"/>
                  </a:lnTo>
                  <a:lnTo>
                    <a:pt x="4838243" y="1069809"/>
                  </a:lnTo>
                  <a:lnTo>
                    <a:pt x="4842446" y="1067333"/>
                  </a:lnTo>
                  <a:lnTo>
                    <a:pt x="4880978" y="1039977"/>
                  </a:lnTo>
                  <a:lnTo>
                    <a:pt x="4917008" y="1009611"/>
                  </a:lnTo>
                  <a:lnTo>
                    <a:pt x="4950371" y="976439"/>
                  </a:lnTo>
                  <a:lnTo>
                    <a:pt x="4980902" y="940638"/>
                  </a:lnTo>
                  <a:lnTo>
                    <a:pt x="5008435" y="902411"/>
                  </a:lnTo>
                  <a:lnTo>
                    <a:pt x="5032832" y="861974"/>
                  </a:lnTo>
                  <a:lnTo>
                    <a:pt x="5053901" y="819492"/>
                  </a:lnTo>
                  <a:lnTo>
                    <a:pt x="5071503" y="775182"/>
                  </a:lnTo>
                  <a:lnTo>
                    <a:pt x="5085473" y="729234"/>
                  </a:lnTo>
                  <a:lnTo>
                    <a:pt x="5095646" y="681837"/>
                  </a:lnTo>
                  <a:lnTo>
                    <a:pt x="5101869" y="633209"/>
                  </a:lnTo>
                  <a:lnTo>
                    <a:pt x="5101996" y="630174"/>
                  </a:lnTo>
                  <a:lnTo>
                    <a:pt x="5103952" y="583514"/>
                  </a:lnTo>
                  <a:close/>
                </a:path>
                <a:path w="9384030" h="1749425">
                  <a:moveTo>
                    <a:pt x="8633727" y="832434"/>
                  </a:moveTo>
                  <a:lnTo>
                    <a:pt x="8546274" y="832434"/>
                  </a:lnTo>
                  <a:lnTo>
                    <a:pt x="8546274" y="936117"/>
                  </a:lnTo>
                  <a:lnTo>
                    <a:pt x="8633727" y="936117"/>
                  </a:lnTo>
                  <a:lnTo>
                    <a:pt x="8633727" y="832434"/>
                  </a:lnTo>
                  <a:close/>
                </a:path>
                <a:path w="9384030" h="1749425">
                  <a:moveTo>
                    <a:pt x="8642642" y="610082"/>
                  </a:moveTo>
                  <a:lnTo>
                    <a:pt x="8620544" y="569556"/>
                  </a:lnTo>
                  <a:lnTo>
                    <a:pt x="8592756" y="561301"/>
                  </a:lnTo>
                  <a:lnTo>
                    <a:pt x="8592502" y="561301"/>
                  </a:lnTo>
                  <a:lnTo>
                    <a:pt x="8583130" y="562190"/>
                  </a:lnTo>
                  <a:lnTo>
                    <a:pt x="8582660" y="562190"/>
                  </a:lnTo>
                  <a:lnTo>
                    <a:pt x="8549132" y="586320"/>
                  </a:lnTo>
                  <a:lnTo>
                    <a:pt x="8542833" y="607593"/>
                  </a:lnTo>
                  <a:lnTo>
                    <a:pt x="8542922" y="613994"/>
                  </a:lnTo>
                  <a:lnTo>
                    <a:pt x="8565756" y="651090"/>
                  </a:lnTo>
                  <a:lnTo>
                    <a:pt x="8592922" y="658990"/>
                  </a:lnTo>
                  <a:lnTo>
                    <a:pt x="8599932" y="658990"/>
                  </a:lnTo>
                  <a:lnTo>
                    <a:pt x="8636203" y="634758"/>
                  </a:lnTo>
                  <a:lnTo>
                    <a:pt x="8642566" y="616572"/>
                  </a:lnTo>
                  <a:lnTo>
                    <a:pt x="8642642" y="610082"/>
                  </a:lnTo>
                  <a:close/>
                </a:path>
                <a:path w="9384030" h="1749425">
                  <a:moveTo>
                    <a:pt x="8684019" y="783678"/>
                  </a:moveTo>
                  <a:lnTo>
                    <a:pt x="8658492" y="753783"/>
                  </a:lnTo>
                  <a:lnTo>
                    <a:pt x="8623605" y="735228"/>
                  </a:lnTo>
                  <a:lnTo>
                    <a:pt x="8597189" y="730554"/>
                  </a:lnTo>
                  <a:lnTo>
                    <a:pt x="8590686" y="730554"/>
                  </a:lnTo>
                  <a:lnTo>
                    <a:pt x="8548853" y="740397"/>
                  </a:lnTo>
                  <a:lnTo>
                    <a:pt x="8514347" y="766127"/>
                  </a:lnTo>
                  <a:lnTo>
                    <a:pt x="8501761" y="783678"/>
                  </a:lnTo>
                  <a:lnTo>
                    <a:pt x="8684019" y="783678"/>
                  </a:lnTo>
                  <a:close/>
                </a:path>
                <a:path w="9384030" h="1749425">
                  <a:moveTo>
                    <a:pt x="8783079" y="508139"/>
                  </a:moveTo>
                  <a:lnTo>
                    <a:pt x="8768601" y="496493"/>
                  </a:lnTo>
                  <a:lnTo>
                    <a:pt x="8765438" y="497217"/>
                  </a:lnTo>
                  <a:lnTo>
                    <a:pt x="8700325" y="543902"/>
                  </a:lnTo>
                  <a:lnTo>
                    <a:pt x="8694687" y="555675"/>
                  </a:lnTo>
                  <a:lnTo>
                    <a:pt x="8695423" y="558838"/>
                  </a:lnTo>
                  <a:lnTo>
                    <a:pt x="8697443" y="561695"/>
                  </a:lnTo>
                  <a:lnTo>
                    <a:pt x="8699525" y="564502"/>
                  </a:lnTo>
                  <a:lnTo>
                    <a:pt x="8702294" y="566191"/>
                  </a:lnTo>
                  <a:lnTo>
                    <a:pt x="8709177" y="567334"/>
                  </a:lnTo>
                  <a:lnTo>
                    <a:pt x="8712340" y="566648"/>
                  </a:lnTo>
                  <a:lnTo>
                    <a:pt x="8777465" y="519899"/>
                  </a:lnTo>
                  <a:lnTo>
                    <a:pt x="8783079" y="508139"/>
                  </a:lnTo>
                  <a:close/>
                </a:path>
                <a:path w="9384030" h="1749425">
                  <a:moveTo>
                    <a:pt x="8860028" y="719201"/>
                  </a:moveTo>
                  <a:lnTo>
                    <a:pt x="8772588" y="719201"/>
                  </a:lnTo>
                  <a:lnTo>
                    <a:pt x="8772588" y="936117"/>
                  </a:lnTo>
                  <a:lnTo>
                    <a:pt x="8860028" y="936117"/>
                  </a:lnTo>
                  <a:lnTo>
                    <a:pt x="8860028" y="719201"/>
                  </a:lnTo>
                  <a:close/>
                </a:path>
                <a:path w="9384030" h="1749425">
                  <a:moveTo>
                    <a:pt x="8897074" y="426402"/>
                  </a:moveTo>
                  <a:lnTo>
                    <a:pt x="8882558" y="414718"/>
                  </a:lnTo>
                  <a:lnTo>
                    <a:pt x="8879370" y="415417"/>
                  </a:lnTo>
                  <a:lnTo>
                    <a:pt x="8814321" y="462178"/>
                  </a:lnTo>
                  <a:lnTo>
                    <a:pt x="8809291" y="473748"/>
                  </a:lnTo>
                  <a:lnTo>
                    <a:pt x="8810066" y="476796"/>
                  </a:lnTo>
                  <a:lnTo>
                    <a:pt x="8814016" y="482282"/>
                  </a:lnTo>
                  <a:lnTo>
                    <a:pt x="8816657" y="483971"/>
                  </a:lnTo>
                  <a:lnTo>
                    <a:pt x="8823287" y="485254"/>
                  </a:lnTo>
                  <a:lnTo>
                    <a:pt x="8826373" y="484670"/>
                  </a:lnTo>
                  <a:lnTo>
                    <a:pt x="8891460" y="438175"/>
                  </a:lnTo>
                  <a:lnTo>
                    <a:pt x="8897074" y="426402"/>
                  </a:lnTo>
                  <a:close/>
                </a:path>
                <a:path w="9384030" h="1749425">
                  <a:moveTo>
                    <a:pt x="8933612" y="1611630"/>
                  </a:moveTo>
                  <a:lnTo>
                    <a:pt x="8923947" y="1565998"/>
                  </a:lnTo>
                  <a:lnTo>
                    <a:pt x="8896579" y="1527289"/>
                  </a:lnTo>
                  <a:lnTo>
                    <a:pt x="8855989" y="1501178"/>
                  </a:lnTo>
                  <a:lnTo>
                    <a:pt x="8806294" y="1491615"/>
                  </a:lnTo>
                  <a:lnTo>
                    <a:pt x="8756612" y="1501178"/>
                  </a:lnTo>
                  <a:lnTo>
                    <a:pt x="8716048" y="1527289"/>
                  </a:lnTo>
                  <a:lnTo>
                    <a:pt x="8688692" y="1565998"/>
                  </a:lnTo>
                  <a:lnTo>
                    <a:pt x="8678659" y="1613395"/>
                  </a:lnTo>
                  <a:lnTo>
                    <a:pt x="8688692" y="1660779"/>
                  </a:lnTo>
                  <a:lnTo>
                    <a:pt x="8716048" y="1699475"/>
                  </a:lnTo>
                  <a:lnTo>
                    <a:pt x="8756612" y="1725561"/>
                  </a:lnTo>
                  <a:lnTo>
                    <a:pt x="8806294" y="1735150"/>
                  </a:lnTo>
                  <a:lnTo>
                    <a:pt x="8855989" y="1725561"/>
                  </a:lnTo>
                  <a:lnTo>
                    <a:pt x="8896579" y="1699475"/>
                  </a:lnTo>
                  <a:lnTo>
                    <a:pt x="8923947" y="1660779"/>
                  </a:lnTo>
                  <a:lnTo>
                    <a:pt x="8933612" y="1615160"/>
                  </a:lnTo>
                  <a:lnTo>
                    <a:pt x="8933612" y="1611630"/>
                  </a:lnTo>
                  <a:close/>
                </a:path>
                <a:path w="9384030" h="1749425">
                  <a:moveTo>
                    <a:pt x="9064130" y="610171"/>
                  </a:moveTo>
                  <a:lnTo>
                    <a:pt x="8976690" y="610171"/>
                  </a:lnTo>
                  <a:lnTo>
                    <a:pt x="8976690" y="936117"/>
                  </a:lnTo>
                  <a:lnTo>
                    <a:pt x="9064130" y="936117"/>
                  </a:lnTo>
                  <a:lnTo>
                    <a:pt x="9064130" y="610171"/>
                  </a:lnTo>
                  <a:close/>
                </a:path>
                <a:path w="9384030" h="1749425">
                  <a:moveTo>
                    <a:pt x="9069248" y="382308"/>
                  </a:moveTo>
                  <a:lnTo>
                    <a:pt x="9047150" y="341795"/>
                  </a:lnTo>
                  <a:lnTo>
                    <a:pt x="9019388" y="333540"/>
                  </a:lnTo>
                  <a:lnTo>
                    <a:pt x="9019121" y="333540"/>
                  </a:lnTo>
                  <a:lnTo>
                    <a:pt x="9009723" y="334429"/>
                  </a:lnTo>
                  <a:lnTo>
                    <a:pt x="9009278" y="334429"/>
                  </a:lnTo>
                  <a:lnTo>
                    <a:pt x="9000223" y="337185"/>
                  </a:lnTo>
                  <a:lnTo>
                    <a:pt x="9000033" y="337185"/>
                  </a:lnTo>
                  <a:lnTo>
                    <a:pt x="8991321" y="341985"/>
                  </a:lnTo>
                  <a:lnTo>
                    <a:pt x="8969489" y="382828"/>
                  </a:lnTo>
                  <a:lnTo>
                    <a:pt x="8970556" y="392595"/>
                  </a:lnTo>
                  <a:lnTo>
                    <a:pt x="9000884" y="427736"/>
                  </a:lnTo>
                  <a:lnTo>
                    <a:pt x="9019413" y="431215"/>
                  </a:lnTo>
                  <a:lnTo>
                    <a:pt x="9026538" y="431215"/>
                  </a:lnTo>
                  <a:lnTo>
                    <a:pt x="9062809" y="406984"/>
                  </a:lnTo>
                  <a:lnTo>
                    <a:pt x="9069172" y="388797"/>
                  </a:lnTo>
                  <a:lnTo>
                    <a:pt x="9069248" y="382308"/>
                  </a:lnTo>
                  <a:close/>
                </a:path>
                <a:path w="9384030" h="1749425">
                  <a:moveTo>
                    <a:pt x="9110599" y="555942"/>
                  </a:moveTo>
                  <a:lnTo>
                    <a:pt x="9085072" y="526034"/>
                  </a:lnTo>
                  <a:lnTo>
                    <a:pt x="9050274" y="507492"/>
                  </a:lnTo>
                  <a:lnTo>
                    <a:pt x="9024087" y="502818"/>
                  </a:lnTo>
                  <a:lnTo>
                    <a:pt x="9017267" y="502818"/>
                  </a:lnTo>
                  <a:lnTo>
                    <a:pt x="8975433" y="512660"/>
                  </a:lnTo>
                  <a:lnTo>
                    <a:pt x="8940940" y="538391"/>
                  </a:lnTo>
                  <a:lnTo>
                    <a:pt x="8928341" y="555942"/>
                  </a:lnTo>
                  <a:lnTo>
                    <a:pt x="9110599" y="555942"/>
                  </a:lnTo>
                  <a:close/>
                </a:path>
                <a:path w="9384030" h="1749425">
                  <a:moveTo>
                    <a:pt x="9383535" y="628357"/>
                  </a:moveTo>
                  <a:lnTo>
                    <a:pt x="9381668" y="579691"/>
                  </a:lnTo>
                  <a:lnTo>
                    <a:pt x="9381566" y="578827"/>
                  </a:lnTo>
                  <a:lnTo>
                    <a:pt x="9376092" y="532257"/>
                  </a:lnTo>
                  <a:lnTo>
                    <a:pt x="9366974" y="486194"/>
                  </a:lnTo>
                  <a:lnTo>
                    <a:pt x="9354464" y="441629"/>
                  </a:lnTo>
                  <a:lnTo>
                    <a:pt x="9338716" y="398703"/>
                  </a:lnTo>
                  <a:lnTo>
                    <a:pt x="9319870" y="357568"/>
                  </a:lnTo>
                  <a:lnTo>
                    <a:pt x="9298064" y="318338"/>
                  </a:lnTo>
                  <a:lnTo>
                    <a:pt x="9286291" y="300558"/>
                  </a:lnTo>
                  <a:lnTo>
                    <a:pt x="9286291" y="628357"/>
                  </a:lnTo>
                  <a:lnTo>
                    <a:pt x="9283903" y="677900"/>
                  </a:lnTo>
                  <a:lnTo>
                    <a:pt x="9276893" y="726046"/>
                  </a:lnTo>
                  <a:lnTo>
                    <a:pt x="9265463" y="772566"/>
                  </a:lnTo>
                  <a:lnTo>
                    <a:pt x="9249829" y="817181"/>
                  </a:lnTo>
                  <a:lnTo>
                    <a:pt x="9230208" y="859675"/>
                  </a:lnTo>
                  <a:lnTo>
                    <a:pt x="9206814" y="899769"/>
                  </a:lnTo>
                  <a:lnTo>
                    <a:pt x="9179852" y="937234"/>
                  </a:lnTo>
                  <a:lnTo>
                    <a:pt x="9149550" y="971816"/>
                  </a:lnTo>
                  <a:lnTo>
                    <a:pt x="9116111" y="1003261"/>
                  </a:lnTo>
                  <a:lnTo>
                    <a:pt x="9079751" y="1031316"/>
                  </a:lnTo>
                  <a:lnTo>
                    <a:pt x="9040685" y="1055751"/>
                  </a:lnTo>
                  <a:lnTo>
                    <a:pt x="8999131" y="1076286"/>
                  </a:lnTo>
                  <a:lnTo>
                    <a:pt x="8955291" y="1092708"/>
                  </a:lnTo>
                  <a:lnTo>
                    <a:pt x="8909393" y="1104734"/>
                  </a:lnTo>
                  <a:lnTo>
                    <a:pt x="8861374" y="1112177"/>
                  </a:lnTo>
                  <a:lnTo>
                    <a:pt x="8860853" y="1112177"/>
                  </a:lnTo>
                  <a:lnTo>
                    <a:pt x="8812251" y="1114666"/>
                  </a:lnTo>
                  <a:lnTo>
                    <a:pt x="8765591" y="1112431"/>
                  </a:lnTo>
                  <a:lnTo>
                    <a:pt x="8720163" y="1105852"/>
                  </a:lnTo>
                  <a:lnTo>
                    <a:pt x="8676157" y="1095159"/>
                  </a:lnTo>
                  <a:lnTo>
                    <a:pt x="8633777" y="1080541"/>
                  </a:lnTo>
                  <a:lnTo>
                    <a:pt x="8593239" y="1062202"/>
                  </a:lnTo>
                  <a:lnTo>
                    <a:pt x="8554758" y="1040371"/>
                  </a:lnTo>
                  <a:lnTo>
                    <a:pt x="8518525" y="1015238"/>
                  </a:lnTo>
                  <a:lnTo>
                    <a:pt x="8484768" y="987018"/>
                  </a:lnTo>
                  <a:lnTo>
                    <a:pt x="8453666" y="955916"/>
                  </a:lnTo>
                  <a:lnTo>
                    <a:pt x="8425459" y="922147"/>
                  </a:lnTo>
                  <a:lnTo>
                    <a:pt x="8400339" y="885901"/>
                  </a:lnTo>
                  <a:lnTo>
                    <a:pt x="8378507" y="847407"/>
                  </a:lnTo>
                  <a:lnTo>
                    <a:pt x="8360181" y="806869"/>
                  </a:lnTo>
                  <a:lnTo>
                    <a:pt x="8345564" y="764489"/>
                  </a:lnTo>
                  <a:lnTo>
                    <a:pt x="8334857" y="720471"/>
                  </a:lnTo>
                  <a:lnTo>
                    <a:pt x="8328292" y="675017"/>
                  </a:lnTo>
                  <a:lnTo>
                    <a:pt x="8326056" y="628357"/>
                  </a:lnTo>
                  <a:lnTo>
                    <a:pt x="8328292" y="581698"/>
                  </a:lnTo>
                  <a:lnTo>
                    <a:pt x="8334857" y="536257"/>
                  </a:lnTo>
                  <a:lnTo>
                    <a:pt x="8345564" y="492239"/>
                  </a:lnTo>
                  <a:lnTo>
                    <a:pt x="8360181" y="449859"/>
                  </a:lnTo>
                  <a:lnTo>
                    <a:pt x="8378507" y="409308"/>
                  </a:lnTo>
                  <a:lnTo>
                    <a:pt x="8400339" y="370814"/>
                  </a:lnTo>
                  <a:lnTo>
                    <a:pt x="8425459" y="334581"/>
                  </a:lnTo>
                  <a:lnTo>
                    <a:pt x="8453666" y="300812"/>
                  </a:lnTo>
                  <a:lnTo>
                    <a:pt x="8484768" y="269709"/>
                  </a:lnTo>
                  <a:lnTo>
                    <a:pt x="8518525" y="241490"/>
                  </a:lnTo>
                  <a:lnTo>
                    <a:pt x="8554758" y="216357"/>
                  </a:lnTo>
                  <a:lnTo>
                    <a:pt x="8593239" y="194525"/>
                  </a:lnTo>
                  <a:lnTo>
                    <a:pt x="8633777" y="176187"/>
                  </a:lnTo>
                  <a:lnTo>
                    <a:pt x="8676157" y="161569"/>
                  </a:lnTo>
                  <a:lnTo>
                    <a:pt x="8720163" y="150863"/>
                  </a:lnTo>
                  <a:lnTo>
                    <a:pt x="8765591" y="144297"/>
                  </a:lnTo>
                  <a:lnTo>
                    <a:pt x="8812251" y="142062"/>
                  </a:lnTo>
                  <a:lnTo>
                    <a:pt x="8861641" y="144576"/>
                  </a:lnTo>
                  <a:lnTo>
                    <a:pt x="8909393" y="151980"/>
                  </a:lnTo>
                  <a:lnTo>
                    <a:pt x="8955291" y="164020"/>
                  </a:lnTo>
                  <a:lnTo>
                    <a:pt x="8999131" y="180428"/>
                  </a:lnTo>
                  <a:lnTo>
                    <a:pt x="9040685" y="200977"/>
                  </a:lnTo>
                  <a:lnTo>
                    <a:pt x="9079751" y="225399"/>
                  </a:lnTo>
                  <a:lnTo>
                    <a:pt x="9116111" y="253466"/>
                  </a:lnTo>
                  <a:lnTo>
                    <a:pt x="9149550" y="284911"/>
                  </a:lnTo>
                  <a:lnTo>
                    <a:pt x="9179852" y="319493"/>
                  </a:lnTo>
                  <a:lnTo>
                    <a:pt x="9206814" y="356958"/>
                  </a:lnTo>
                  <a:lnTo>
                    <a:pt x="9230208" y="397052"/>
                  </a:lnTo>
                  <a:lnTo>
                    <a:pt x="9249829" y="439534"/>
                  </a:lnTo>
                  <a:lnTo>
                    <a:pt x="9265463" y="484162"/>
                  </a:lnTo>
                  <a:lnTo>
                    <a:pt x="9276893" y="530669"/>
                  </a:lnTo>
                  <a:lnTo>
                    <a:pt x="9283903" y="578827"/>
                  </a:lnTo>
                  <a:lnTo>
                    <a:pt x="9284043" y="581698"/>
                  </a:lnTo>
                  <a:lnTo>
                    <a:pt x="9286291" y="628357"/>
                  </a:lnTo>
                  <a:lnTo>
                    <a:pt x="9286291" y="300558"/>
                  </a:lnTo>
                  <a:lnTo>
                    <a:pt x="9273464" y="281165"/>
                  </a:lnTo>
                  <a:lnTo>
                    <a:pt x="9246197" y="246176"/>
                  </a:lnTo>
                  <a:lnTo>
                    <a:pt x="9216403" y="213512"/>
                  </a:lnTo>
                  <a:lnTo>
                    <a:pt x="9184246" y="183311"/>
                  </a:lnTo>
                  <a:lnTo>
                    <a:pt x="9149867" y="155702"/>
                  </a:lnTo>
                  <a:lnTo>
                    <a:pt x="9129865" y="142062"/>
                  </a:lnTo>
                  <a:lnTo>
                    <a:pt x="9113406" y="130835"/>
                  </a:lnTo>
                  <a:lnTo>
                    <a:pt x="9075026" y="108839"/>
                  </a:lnTo>
                  <a:lnTo>
                    <a:pt x="9034843" y="89852"/>
                  </a:lnTo>
                  <a:lnTo>
                    <a:pt x="8993022" y="74015"/>
                  </a:lnTo>
                  <a:lnTo>
                    <a:pt x="8949703" y="61455"/>
                  </a:lnTo>
                  <a:lnTo>
                    <a:pt x="8905049" y="52324"/>
                  </a:lnTo>
                  <a:lnTo>
                    <a:pt x="8859177" y="46736"/>
                  </a:lnTo>
                  <a:lnTo>
                    <a:pt x="8812251" y="44843"/>
                  </a:lnTo>
                  <a:lnTo>
                    <a:pt x="8763584" y="46736"/>
                  </a:lnTo>
                  <a:lnTo>
                    <a:pt x="8716162" y="52324"/>
                  </a:lnTo>
                  <a:lnTo>
                    <a:pt x="8670099" y="61455"/>
                  </a:lnTo>
                  <a:lnTo>
                    <a:pt x="8625535" y="74015"/>
                  </a:lnTo>
                  <a:lnTo>
                    <a:pt x="8582622" y="89852"/>
                  </a:lnTo>
                  <a:lnTo>
                    <a:pt x="8541487" y="108839"/>
                  </a:lnTo>
                  <a:lnTo>
                    <a:pt x="8502256" y="130835"/>
                  </a:lnTo>
                  <a:lnTo>
                    <a:pt x="8465083" y="155702"/>
                  </a:lnTo>
                  <a:lnTo>
                    <a:pt x="8430108" y="183311"/>
                  </a:lnTo>
                  <a:lnTo>
                    <a:pt x="8397443" y="213512"/>
                  </a:lnTo>
                  <a:lnTo>
                    <a:pt x="8367242" y="246176"/>
                  </a:lnTo>
                  <a:lnTo>
                    <a:pt x="8339645" y="281165"/>
                  </a:lnTo>
                  <a:lnTo>
                    <a:pt x="8314779" y="318338"/>
                  </a:lnTo>
                  <a:lnTo>
                    <a:pt x="8292782" y="357568"/>
                  </a:lnTo>
                  <a:lnTo>
                    <a:pt x="8273796" y="398703"/>
                  </a:lnTo>
                  <a:lnTo>
                    <a:pt x="8257959" y="441629"/>
                  </a:lnTo>
                  <a:lnTo>
                    <a:pt x="8245399" y="486194"/>
                  </a:lnTo>
                  <a:lnTo>
                    <a:pt x="8236255" y="532257"/>
                  </a:lnTo>
                  <a:lnTo>
                    <a:pt x="8230679" y="579691"/>
                  </a:lnTo>
                  <a:lnTo>
                    <a:pt x="8230603" y="581698"/>
                  </a:lnTo>
                  <a:lnTo>
                    <a:pt x="8228787" y="628357"/>
                  </a:lnTo>
                  <a:lnTo>
                    <a:pt x="8230895" y="678053"/>
                  </a:lnTo>
                  <a:lnTo>
                    <a:pt x="8237118" y="726694"/>
                  </a:lnTo>
                  <a:lnTo>
                    <a:pt x="8247291" y="774077"/>
                  </a:lnTo>
                  <a:lnTo>
                    <a:pt x="8261261" y="820039"/>
                  </a:lnTo>
                  <a:lnTo>
                    <a:pt x="8278863" y="864349"/>
                  </a:lnTo>
                  <a:lnTo>
                    <a:pt x="8299945" y="906818"/>
                  </a:lnTo>
                  <a:lnTo>
                    <a:pt x="8324329" y="947267"/>
                  </a:lnTo>
                  <a:lnTo>
                    <a:pt x="8351863" y="985481"/>
                  </a:lnTo>
                  <a:lnTo>
                    <a:pt x="8382394" y="1021283"/>
                  </a:lnTo>
                  <a:lnTo>
                    <a:pt x="8415756" y="1054455"/>
                  </a:lnTo>
                  <a:lnTo>
                    <a:pt x="8451786" y="1084821"/>
                  </a:lnTo>
                  <a:lnTo>
                    <a:pt x="8490331" y="1112177"/>
                  </a:lnTo>
                  <a:lnTo>
                    <a:pt x="8531225" y="1136332"/>
                  </a:lnTo>
                  <a:lnTo>
                    <a:pt x="8574303" y="1157084"/>
                  </a:lnTo>
                  <a:lnTo>
                    <a:pt x="8619414" y="1174229"/>
                  </a:lnTo>
                  <a:lnTo>
                    <a:pt x="8666391" y="1187589"/>
                  </a:lnTo>
                  <a:lnTo>
                    <a:pt x="8811603" y="1429639"/>
                  </a:lnTo>
                  <a:lnTo>
                    <a:pt x="8812835" y="1429639"/>
                  </a:lnTo>
                  <a:lnTo>
                    <a:pt x="8945956" y="1187589"/>
                  </a:lnTo>
                  <a:lnTo>
                    <a:pt x="8992933" y="1174229"/>
                  </a:lnTo>
                  <a:lnTo>
                    <a:pt x="9038044" y="1157084"/>
                  </a:lnTo>
                  <a:lnTo>
                    <a:pt x="9081135" y="1136332"/>
                  </a:lnTo>
                  <a:lnTo>
                    <a:pt x="9117825" y="1114666"/>
                  </a:lnTo>
                  <a:lnTo>
                    <a:pt x="9160561" y="1084821"/>
                  </a:lnTo>
                  <a:lnTo>
                    <a:pt x="9196591" y="1054455"/>
                  </a:lnTo>
                  <a:lnTo>
                    <a:pt x="9229954" y="1021283"/>
                  </a:lnTo>
                  <a:lnTo>
                    <a:pt x="9260484" y="985481"/>
                  </a:lnTo>
                  <a:lnTo>
                    <a:pt x="9288018" y="947267"/>
                  </a:lnTo>
                  <a:lnTo>
                    <a:pt x="9312415" y="906818"/>
                  </a:lnTo>
                  <a:lnTo>
                    <a:pt x="9333484" y="864349"/>
                  </a:lnTo>
                  <a:lnTo>
                    <a:pt x="9351086" y="820039"/>
                  </a:lnTo>
                  <a:lnTo>
                    <a:pt x="9365056" y="774077"/>
                  </a:lnTo>
                  <a:lnTo>
                    <a:pt x="9375229" y="726694"/>
                  </a:lnTo>
                  <a:lnTo>
                    <a:pt x="9381452" y="678053"/>
                  </a:lnTo>
                  <a:lnTo>
                    <a:pt x="9381579" y="675017"/>
                  </a:lnTo>
                  <a:lnTo>
                    <a:pt x="9383535" y="628357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88598" y="2955364"/>
              <a:ext cx="636270" cy="0"/>
            </a:xfrm>
            <a:custGeom>
              <a:avLst/>
              <a:gdLst/>
              <a:ahLst/>
              <a:cxnLst/>
              <a:rect l="l" t="t" r="r" b="b"/>
              <a:pathLst>
                <a:path w="636270">
                  <a:moveTo>
                    <a:pt x="0" y="0"/>
                  </a:moveTo>
                  <a:lnTo>
                    <a:pt x="635838" y="0"/>
                  </a:lnTo>
                </a:path>
              </a:pathLst>
            </a:custGeom>
            <a:ln w="3175">
              <a:solidFill>
                <a:srgbClr val="035C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88598" y="2319525"/>
              <a:ext cx="636270" cy="476884"/>
            </a:xfrm>
            <a:custGeom>
              <a:avLst/>
              <a:gdLst/>
              <a:ahLst/>
              <a:cxnLst/>
              <a:rect l="l" t="t" r="r" b="b"/>
              <a:pathLst>
                <a:path w="636270" h="476885">
                  <a:moveTo>
                    <a:pt x="0" y="476879"/>
                  </a:moveTo>
                  <a:lnTo>
                    <a:pt x="635838" y="476879"/>
                  </a:lnTo>
                </a:path>
                <a:path w="636270" h="476885">
                  <a:moveTo>
                    <a:pt x="0" y="317919"/>
                  </a:moveTo>
                  <a:lnTo>
                    <a:pt x="635838" y="317919"/>
                  </a:lnTo>
                </a:path>
                <a:path w="636270" h="476885">
                  <a:moveTo>
                    <a:pt x="0" y="158959"/>
                  </a:moveTo>
                  <a:lnTo>
                    <a:pt x="635838" y="158959"/>
                  </a:lnTo>
                </a:path>
                <a:path w="636270" h="476885">
                  <a:moveTo>
                    <a:pt x="0" y="0"/>
                  </a:moveTo>
                  <a:lnTo>
                    <a:pt x="635838" y="0"/>
                  </a:lnTo>
                </a:path>
              </a:pathLst>
            </a:custGeom>
            <a:ln w="3175">
              <a:solidFill>
                <a:srgbClr val="035C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641388" y="2926964"/>
            <a:ext cx="660400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4"/>
              </a:lnSpc>
              <a:spcBef>
                <a:spcPts val="95"/>
              </a:spcBef>
            </a:pPr>
            <a:r>
              <a:rPr sz="200" spc="-50" dirty="0">
                <a:solidFill>
                  <a:srgbClr val="035C61"/>
                </a:solidFill>
                <a:latin typeface="Verdana"/>
                <a:cs typeface="Verdana"/>
              </a:rPr>
              <a:t>0</a:t>
            </a:r>
            <a:endParaRPr sz="200">
              <a:latin typeface="Verdana"/>
              <a:cs typeface="Verdana"/>
            </a:endParaRPr>
          </a:p>
          <a:p>
            <a:pPr marL="84455">
              <a:lnSpc>
                <a:spcPts val="204"/>
              </a:lnSpc>
            </a:pPr>
            <a:r>
              <a:rPr sz="200" spc="-25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200" spc="-15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200" dirty="0">
                <a:solidFill>
                  <a:srgbClr val="035C61"/>
                </a:solidFill>
                <a:latin typeface="Verdana"/>
                <a:cs typeface="Verdana"/>
              </a:rPr>
              <a:t>1</a:t>
            </a:r>
            <a:r>
              <a:rPr sz="200" spc="310" dirty="0">
                <a:solidFill>
                  <a:srgbClr val="035C61"/>
                </a:solidFill>
                <a:latin typeface="Verdana"/>
                <a:cs typeface="Verdana"/>
              </a:rPr>
              <a:t>  </a:t>
            </a:r>
            <a:r>
              <a:rPr sz="200" spc="-25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200" spc="-15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200" dirty="0">
                <a:solidFill>
                  <a:srgbClr val="035C61"/>
                </a:solidFill>
                <a:latin typeface="Verdana"/>
                <a:cs typeface="Verdana"/>
              </a:rPr>
              <a:t>2</a:t>
            </a:r>
            <a:r>
              <a:rPr sz="200" spc="295" dirty="0">
                <a:solidFill>
                  <a:srgbClr val="035C61"/>
                </a:solidFill>
                <a:latin typeface="Verdana"/>
                <a:cs typeface="Verdana"/>
              </a:rPr>
              <a:t>  </a:t>
            </a:r>
            <a:r>
              <a:rPr sz="200" spc="-25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200" spc="-10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200" dirty="0">
                <a:solidFill>
                  <a:srgbClr val="035C61"/>
                </a:solidFill>
                <a:latin typeface="Verdana"/>
                <a:cs typeface="Verdana"/>
              </a:rPr>
              <a:t>3</a:t>
            </a:r>
            <a:r>
              <a:rPr sz="200" spc="295" dirty="0">
                <a:solidFill>
                  <a:srgbClr val="035C61"/>
                </a:solidFill>
                <a:latin typeface="Verdana"/>
                <a:cs typeface="Verdana"/>
              </a:rPr>
              <a:t>  </a:t>
            </a:r>
            <a:r>
              <a:rPr sz="200" spc="-25" dirty="0">
                <a:solidFill>
                  <a:srgbClr val="035C61"/>
                </a:solidFill>
                <a:latin typeface="Verdana"/>
                <a:cs typeface="Verdana"/>
              </a:rPr>
              <a:t>Item</a:t>
            </a:r>
            <a:r>
              <a:rPr sz="200" spc="-10" dirty="0">
                <a:solidFill>
                  <a:srgbClr val="035C61"/>
                </a:solidFill>
                <a:latin typeface="Verdana"/>
                <a:cs typeface="Verdana"/>
              </a:rPr>
              <a:t> </a:t>
            </a:r>
            <a:r>
              <a:rPr sz="200" spc="-75" dirty="0">
                <a:solidFill>
                  <a:srgbClr val="035C61"/>
                </a:solidFill>
                <a:latin typeface="Verdana"/>
                <a:cs typeface="Verdana"/>
              </a:rPr>
              <a:t>4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641386" y="2768004"/>
            <a:ext cx="41910" cy="5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" spc="-50" dirty="0">
                <a:solidFill>
                  <a:srgbClr val="035C61"/>
                </a:solidFill>
                <a:latin typeface="Verdana"/>
                <a:cs typeface="Verdana"/>
              </a:rPr>
              <a:t>5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30789" y="2609045"/>
            <a:ext cx="52705" cy="5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" spc="-25" dirty="0">
                <a:solidFill>
                  <a:srgbClr val="035C61"/>
                </a:solidFill>
                <a:latin typeface="Verdana"/>
                <a:cs typeface="Verdana"/>
              </a:rPr>
              <a:t>10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30985" y="2450085"/>
            <a:ext cx="52705" cy="5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" spc="-25" dirty="0">
                <a:solidFill>
                  <a:srgbClr val="035C61"/>
                </a:solidFill>
                <a:latin typeface="Verdana"/>
                <a:cs typeface="Verdana"/>
              </a:rPr>
              <a:t>15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626073" y="2291125"/>
            <a:ext cx="57785" cy="5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" spc="-25" dirty="0">
                <a:solidFill>
                  <a:srgbClr val="035C61"/>
                </a:solidFill>
                <a:latin typeface="Verdana"/>
                <a:cs typeface="Verdana"/>
              </a:rPr>
              <a:t>20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688599" y="2257792"/>
            <a:ext cx="4646295" cy="697865"/>
          </a:xfrm>
          <a:custGeom>
            <a:avLst/>
            <a:gdLst/>
            <a:ahLst/>
            <a:cxnLst/>
            <a:rect l="l" t="t" r="r" b="b"/>
            <a:pathLst>
              <a:path w="4646295" h="697864">
                <a:moveTo>
                  <a:pt x="146723" y="451739"/>
                </a:moveTo>
                <a:lnTo>
                  <a:pt x="145580" y="448970"/>
                </a:lnTo>
                <a:lnTo>
                  <a:pt x="140995" y="444385"/>
                </a:lnTo>
                <a:lnTo>
                  <a:pt x="138226" y="443242"/>
                </a:lnTo>
                <a:lnTo>
                  <a:pt x="8496" y="443242"/>
                </a:lnTo>
                <a:lnTo>
                  <a:pt x="5727" y="444385"/>
                </a:lnTo>
                <a:lnTo>
                  <a:pt x="1143" y="448970"/>
                </a:lnTo>
                <a:lnTo>
                  <a:pt x="0" y="451739"/>
                </a:lnTo>
                <a:lnTo>
                  <a:pt x="0" y="697572"/>
                </a:lnTo>
                <a:lnTo>
                  <a:pt x="146723" y="697572"/>
                </a:lnTo>
                <a:lnTo>
                  <a:pt x="146723" y="451739"/>
                </a:lnTo>
                <a:close/>
              </a:path>
              <a:path w="4646295" h="697864">
                <a:moveTo>
                  <a:pt x="309765" y="324573"/>
                </a:moveTo>
                <a:lnTo>
                  <a:pt x="308610" y="321805"/>
                </a:lnTo>
                <a:lnTo>
                  <a:pt x="304025" y="317220"/>
                </a:lnTo>
                <a:lnTo>
                  <a:pt x="301269" y="316077"/>
                </a:lnTo>
                <a:lnTo>
                  <a:pt x="171526" y="316077"/>
                </a:lnTo>
                <a:lnTo>
                  <a:pt x="168757" y="317220"/>
                </a:lnTo>
                <a:lnTo>
                  <a:pt x="164172" y="321805"/>
                </a:lnTo>
                <a:lnTo>
                  <a:pt x="163029" y="324573"/>
                </a:lnTo>
                <a:lnTo>
                  <a:pt x="163029" y="697572"/>
                </a:lnTo>
                <a:lnTo>
                  <a:pt x="309765" y="697572"/>
                </a:lnTo>
                <a:lnTo>
                  <a:pt x="309765" y="324573"/>
                </a:lnTo>
                <a:close/>
              </a:path>
              <a:path w="4646295" h="697864">
                <a:moveTo>
                  <a:pt x="472795" y="197408"/>
                </a:moveTo>
                <a:lnTo>
                  <a:pt x="471652" y="194640"/>
                </a:lnTo>
                <a:lnTo>
                  <a:pt x="467067" y="190055"/>
                </a:lnTo>
                <a:lnTo>
                  <a:pt x="464299" y="188899"/>
                </a:lnTo>
                <a:lnTo>
                  <a:pt x="334556" y="188899"/>
                </a:lnTo>
                <a:lnTo>
                  <a:pt x="331800" y="190055"/>
                </a:lnTo>
                <a:lnTo>
                  <a:pt x="327215" y="194640"/>
                </a:lnTo>
                <a:lnTo>
                  <a:pt x="326059" y="197408"/>
                </a:lnTo>
                <a:lnTo>
                  <a:pt x="326059" y="697572"/>
                </a:lnTo>
                <a:lnTo>
                  <a:pt x="472795" y="697572"/>
                </a:lnTo>
                <a:lnTo>
                  <a:pt x="472795" y="197408"/>
                </a:lnTo>
                <a:close/>
              </a:path>
              <a:path w="4646295" h="697864">
                <a:moveTo>
                  <a:pt x="635838" y="70231"/>
                </a:moveTo>
                <a:lnTo>
                  <a:pt x="634682" y="67462"/>
                </a:lnTo>
                <a:lnTo>
                  <a:pt x="630097" y="62890"/>
                </a:lnTo>
                <a:lnTo>
                  <a:pt x="627341" y="61734"/>
                </a:lnTo>
                <a:lnTo>
                  <a:pt x="497598" y="61734"/>
                </a:lnTo>
                <a:lnTo>
                  <a:pt x="494830" y="62890"/>
                </a:lnTo>
                <a:lnTo>
                  <a:pt x="490245" y="67462"/>
                </a:lnTo>
                <a:lnTo>
                  <a:pt x="489102" y="70231"/>
                </a:lnTo>
                <a:lnTo>
                  <a:pt x="489102" y="697572"/>
                </a:lnTo>
                <a:lnTo>
                  <a:pt x="635838" y="697572"/>
                </a:lnTo>
                <a:lnTo>
                  <a:pt x="635838" y="70231"/>
                </a:lnTo>
                <a:close/>
              </a:path>
              <a:path w="4646295" h="697864">
                <a:moveTo>
                  <a:pt x="4645761" y="215925"/>
                </a:moveTo>
                <a:lnTo>
                  <a:pt x="4634522" y="178943"/>
                </a:lnTo>
                <a:lnTo>
                  <a:pt x="4600029" y="161518"/>
                </a:lnTo>
                <a:lnTo>
                  <a:pt x="3979278" y="122186"/>
                </a:lnTo>
                <a:lnTo>
                  <a:pt x="3950830" y="56362"/>
                </a:lnTo>
                <a:lnTo>
                  <a:pt x="3948303" y="50520"/>
                </a:lnTo>
                <a:lnTo>
                  <a:pt x="3917975" y="36029"/>
                </a:lnTo>
                <a:lnTo>
                  <a:pt x="3922179" y="26758"/>
                </a:lnTo>
                <a:lnTo>
                  <a:pt x="3867391" y="1892"/>
                </a:lnTo>
                <a:lnTo>
                  <a:pt x="3859199" y="0"/>
                </a:lnTo>
                <a:lnTo>
                  <a:pt x="3851211" y="1346"/>
                </a:lnTo>
                <a:lnTo>
                  <a:pt x="3844302" y="5600"/>
                </a:lnTo>
                <a:lnTo>
                  <a:pt x="3839375" y="12407"/>
                </a:lnTo>
                <a:lnTo>
                  <a:pt x="3837482" y="20599"/>
                </a:lnTo>
                <a:lnTo>
                  <a:pt x="3838841" y="28600"/>
                </a:lnTo>
                <a:lnTo>
                  <a:pt x="3843083" y="35509"/>
                </a:lnTo>
                <a:lnTo>
                  <a:pt x="3849903" y="40424"/>
                </a:lnTo>
                <a:lnTo>
                  <a:pt x="3904691" y="65290"/>
                </a:lnTo>
                <a:lnTo>
                  <a:pt x="3908742" y="56362"/>
                </a:lnTo>
                <a:lnTo>
                  <a:pt x="3931120" y="67068"/>
                </a:lnTo>
                <a:lnTo>
                  <a:pt x="4108793" y="478142"/>
                </a:lnTo>
                <a:lnTo>
                  <a:pt x="4061015" y="538657"/>
                </a:lnTo>
                <a:lnTo>
                  <a:pt x="4057243" y="545096"/>
                </a:lnTo>
                <a:lnTo>
                  <a:pt x="4055453" y="552157"/>
                </a:lnTo>
                <a:lnTo>
                  <a:pt x="4055567" y="555955"/>
                </a:lnTo>
                <a:lnTo>
                  <a:pt x="4055681" y="559447"/>
                </a:lnTo>
                <a:lnTo>
                  <a:pt x="4081754" y="581469"/>
                </a:lnTo>
                <a:lnTo>
                  <a:pt x="4110202" y="581469"/>
                </a:lnTo>
                <a:lnTo>
                  <a:pt x="4120324" y="616267"/>
                </a:lnTo>
                <a:lnTo>
                  <a:pt x="4104449" y="649503"/>
                </a:lnTo>
                <a:lnTo>
                  <a:pt x="4107815" y="666153"/>
                </a:lnTo>
                <a:lnTo>
                  <a:pt x="4116984" y="679742"/>
                </a:lnTo>
                <a:lnTo>
                  <a:pt x="4130573" y="688911"/>
                </a:lnTo>
                <a:lnTo>
                  <a:pt x="4147223" y="692264"/>
                </a:lnTo>
                <a:lnTo>
                  <a:pt x="4163872" y="688911"/>
                </a:lnTo>
                <a:lnTo>
                  <a:pt x="4177474" y="679742"/>
                </a:lnTo>
                <a:lnTo>
                  <a:pt x="4186631" y="666153"/>
                </a:lnTo>
                <a:lnTo>
                  <a:pt x="4189996" y="649503"/>
                </a:lnTo>
                <a:lnTo>
                  <a:pt x="4188993" y="640270"/>
                </a:lnTo>
                <a:lnTo>
                  <a:pt x="4186123" y="631736"/>
                </a:lnTo>
                <a:lnTo>
                  <a:pt x="4181602" y="624116"/>
                </a:lnTo>
                <a:lnTo>
                  <a:pt x="4175658" y="617613"/>
                </a:lnTo>
                <a:lnTo>
                  <a:pt x="4189704" y="581469"/>
                </a:lnTo>
                <a:lnTo>
                  <a:pt x="4471517" y="581469"/>
                </a:lnTo>
                <a:lnTo>
                  <a:pt x="4481652" y="616267"/>
                </a:lnTo>
                <a:lnTo>
                  <a:pt x="4475086" y="622884"/>
                </a:lnTo>
                <a:lnTo>
                  <a:pt x="4470082" y="630796"/>
                </a:lnTo>
                <a:lnTo>
                  <a:pt x="4466895" y="639749"/>
                </a:lnTo>
                <a:lnTo>
                  <a:pt x="4466831" y="640270"/>
                </a:lnTo>
                <a:lnTo>
                  <a:pt x="4465777" y="649503"/>
                </a:lnTo>
                <a:lnTo>
                  <a:pt x="4469130" y="666153"/>
                </a:lnTo>
                <a:lnTo>
                  <a:pt x="4478299" y="679742"/>
                </a:lnTo>
                <a:lnTo>
                  <a:pt x="4491901" y="688911"/>
                </a:lnTo>
                <a:lnTo>
                  <a:pt x="4508551" y="692264"/>
                </a:lnTo>
                <a:lnTo>
                  <a:pt x="4525188" y="688911"/>
                </a:lnTo>
                <a:lnTo>
                  <a:pt x="4538789" y="679742"/>
                </a:lnTo>
                <a:lnTo>
                  <a:pt x="4547959" y="666153"/>
                </a:lnTo>
                <a:lnTo>
                  <a:pt x="4551311" y="649503"/>
                </a:lnTo>
                <a:lnTo>
                  <a:pt x="4550308" y="640270"/>
                </a:lnTo>
                <a:lnTo>
                  <a:pt x="4547438" y="631736"/>
                </a:lnTo>
                <a:lnTo>
                  <a:pt x="4542917" y="624116"/>
                </a:lnTo>
                <a:lnTo>
                  <a:pt x="4536973" y="617613"/>
                </a:lnTo>
                <a:lnTo>
                  <a:pt x="4551019" y="581469"/>
                </a:lnTo>
                <a:lnTo>
                  <a:pt x="4593831" y="581469"/>
                </a:lnTo>
                <a:lnTo>
                  <a:pt x="4593831" y="559142"/>
                </a:lnTo>
                <a:lnTo>
                  <a:pt x="4079519" y="559142"/>
                </a:lnTo>
                <a:lnTo>
                  <a:pt x="4078490" y="557682"/>
                </a:lnTo>
                <a:lnTo>
                  <a:pt x="4077652" y="555955"/>
                </a:lnTo>
                <a:lnTo>
                  <a:pt x="4077157" y="554240"/>
                </a:lnTo>
                <a:lnTo>
                  <a:pt x="4134650" y="481431"/>
                </a:lnTo>
                <a:lnTo>
                  <a:pt x="4625733" y="421474"/>
                </a:lnTo>
                <a:lnTo>
                  <a:pt x="4624387" y="410413"/>
                </a:lnTo>
                <a:lnTo>
                  <a:pt x="4645761" y="215925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777694" y="3834817"/>
            <a:ext cx="2468245" cy="1687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95"/>
              </a:spcBef>
            </a:pPr>
            <a:r>
              <a:rPr sz="1950" b="1" spc="-30" dirty="0">
                <a:solidFill>
                  <a:srgbClr val="004D25"/>
                </a:solidFill>
                <a:latin typeface="Tahoma"/>
                <a:cs typeface="Tahoma"/>
              </a:rPr>
              <a:t>Dynamic</a:t>
            </a:r>
            <a:r>
              <a:rPr sz="1950" b="1" spc="-110" dirty="0">
                <a:solidFill>
                  <a:srgbClr val="004D25"/>
                </a:solidFill>
                <a:latin typeface="Tahoma"/>
                <a:cs typeface="Tahoma"/>
              </a:rPr>
              <a:t> </a:t>
            </a:r>
            <a:r>
              <a:rPr sz="1950" b="1" spc="-10" dirty="0">
                <a:solidFill>
                  <a:srgbClr val="004D25"/>
                </a:solidFill>
                <a:latin typeface="Tahoma"/>
                <a:cs typeface="Tahoma"/>
              </a:rPr>
              <a:t>Pricing</a:t>
            </a:r>
            <a:endParaRPr sz="1950">
              <a:latin typeface="Tahoma"/>
              <a:cs typeface="Tahoma"/>
            </a:endParaRPr>
          </a:p>
          <a:p>
            <a:pPr marL="12700" marR="5080" algn="ctr">
              <a:lnSpc>
                <a:spcPct val="107600"/>
              </a:lnSpc>
              <a:spcBef>
                <a:spcPts val="1440"/>
              </a:spcBef>
            </a:pP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Farmers</a:t>
            </a:r>
            <a:r>
              <a:rPr sz="1800" b="1" spc="-7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will</a:t>
            </a:r>
            <a:r>
              <a:rPr sz="1800" b="1" spc="-6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have </a:t>
            </a: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dynamic</a:t>
            </a:r>
            <a:r>
              <a:rPr sz="1800" b="1" spc="-6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pricing,</a:t>
            </a:r>
            <a:r>
              <a:rPr sz="1800" b="1" spc="-60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333332"/>
                </a:solidFill>
                <a:latin typeface="Tahoma"/>
                <a:cs typeface="Tahoma"/>
              </a:rPr>
              <a:t>only </a:t>
            </a:r>
            <a:r>
              <a:rPr sz="1800" b="1" dirty="0">
                <a:solidFill>
                  <a:srgbClr val="333332"/>
                </a:solidFill>
                <a:latin typeface="Tahoma"/>
                <a:cs typeface="Tahoma"/>
              </a:rPr>
              <a:t>large</a:t>
            </a:r>
            <a:r>
              <a:rPr sz="1800" b="1" spc="-3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quantities</a:t>
            </a:r>
            <a:r>
              <a:rPr sz="1800" b="1" spc="-3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333332"/>
                </a:solidFill>
                <a:latin typeface="Tahoma"/>
                <a:cs typeface="Tahoma"/>
              </a:rPr>
              <a:t>are </a:t>
            </a: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charged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72478" y="3761984"/>
            <a:ext cx="3867150" cy="106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50" b="1" dirty="0">
                <a:solidFill>
                  <a:srgbClr val="004D25"/>
                </a:solidFill>
                <a:latin typeface="Tahoma"/>
                <a:cs typeface="Tahoma"/>
              </a:rPr>
              <a:t>Govt</a:t>
            </a:r>
            <a:r>
              <a:rPr sz="2050" b="1" spc="-75" dirty="0">
                <a:solidFill>
                  <a:srgbClr val="004D25"/>
                </a:solidFill>
                <a:latin typeface="Tahoma"/>
                <a:cs typeface="Tahoma"/>
              </a:rPr>
              <a:t> </a:t>
            </a:r>
            <a:r>
              <a:rPr sz="2050" b="1" dirty="0">
                <a:solidFill>
                  <a:srgbClr val="004D25"/>
                </a:solidFill>
                <a:latin typeface="Tahoma"/>
                <a:cs typeface="Tahoma"/>
              </a:rPr>
              <a:t>&amp;</a:t>
            </a:r>
            <a:r>
              <a:rPr sz="2050" b="1" spc="-75" dirty="0">
                <a:solidFill>
                  <a:srgbClr val="004D25"/>
                </a:solidFill>
                <a:latin typeface="Tahoma"/>
                <a:cs typeface="Tahoma"/>
              </a:rPr>
              <a:t> Industrial </a:t>
            </a:r>
            <a:r>
              <a:rPr sz="2050" b="1" spc="-10" dirty="0">
                <a:solidFill>
                  <a:srgbClr val="004D25"/>
                </a:solidFill>
                <a:latin typeface="Tahoma"/>
                <a:cs typeface="Tahoma"/>
              </a:rPr>
              <a:t>Testimonials</a:t>
            </a:r>
            <a:endParaRPr sz="2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600" b="1" spc="-20" dirty="0">
                <a:latin typeface="Tahoma"/>
                <a:cs typeface="Tahoma"/>
              </a:rPr>
              <a:t>Live</a:t>
            </a:r>
            <a:r>
              <a:rPr sz="1600" b="1" spc="-5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Demos</a:t>
            </a:r>
            <a:r>
              <a:rPr sz="1600" b="1" spc="-4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and</a:t>
            </a:r>
            <a:r>
              <a:rPr sz="1600" b="1" spc="38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Authentication</a:t>
            </a:r>
            <a:endParaRPr sz="1600">
              <a:latin typeface="Tahoma"/>
              <a:cs typeface="Tahoma"/>
            </a:endParaRPr>
          </a:p>
          <a:p>
            <a:pPr marL="75565" algn="ctr">
              <a:lnSpc>
                <a:spcPct val="100000"/>
              </a:lnSpc>
              <a:spcBef>
                <a:spcPts val="1580"/>
              </a:spcBef>
            </a:pPr>
            <a:r>
              <a:rPr sz="1800" b="1" spc="-10" dirty="0">
                <a:solidFill>
                  <a:srgbClr val="333332"/>
                </a:solidFill>
                <a:latin typeface="Tahoma"/>
                <a:cs typeface="Tahoma"/>
              </a:rPr>
              <a:t>Incorporate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537088" y="3800137"/>
            <a:ext cx="3580765" cy="816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55" dirty="0">
                <a:solidFill>
                  <a:srgbClr val="004D25"/>
                </a:solidFill>
                <a:latin typeface="Tahoma"/>
                <a:cs typeface="Tahoma"/>
              </a:rPr>
              <a:t>CFTRI</a:t>
            </a:r>
            <a:r>
              <a:rPr sz="2150" b="1" spc="-105" dirty="0">
                <a:solidFill>
                  <a:srgbClr val="004D25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rgbClr val="004D25"/>
                </a:solidFill>
                <a:latin typeface="Tahoma"/>
                <a:cs typeface="Tahoma"/>
              </a:rPr>
              <a:t>and</a:t>
            </a:r>
            <a:r>
              <a:rPr sz="2150" b="1" spc="415" dirty="0">
                <a:solidFill>
                  <a:srgbClr val="004D25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rgbClr val="004D25"/>
                </a:solidFill>
                <a:latin typeface="Tahoma"/>
                <a:cs typeface="Tahoma"/>
              </a:rPr>
              <a:t>Bulk</a:t>
            </a:r>
            <a:r>
              <a:rPr sz="2150" b="1" spc="-110" dirty="0">
                <a:solidFill>
                  <a:srgbClr val="004D25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rgbClr val="004D25"/>
                </a:solidFill>
                <a:latin typeface="Tahoma"/>
                <a:cs typeface="Tahoma"/>
              </a:rPr>
              <a:t>Vendors</a:t>
            </a:r>
            <a:endParaRPr sz="215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1964"/>
              </a:spcBef>
            </a:pPr>
            <a:r>
              <a:rPr sz="1400" b="1" spc="-10" dirty="0">
                <a:solidFill>
                  <a:srgbClr val="333332"/>
                </a:solidFill>
                <a:latin typeface="Tahoma"/>
                <a:cs typeface="Tahoma"/>
              </a:rPr>
              <a:t>Transaction-</a:t>
            </a:r>
            <a:r>
              <a:rPr sz="1400" b="1" dirty="0">
                <a:solidFill>
                  <a:srgbClr val="333332"/>
                </a:solidFill>
                <a:latin typeface="Tahoma"/>
                <a:cs typeface="Tahoma"/>
              </a:rPr>
              <a:t>Based</a:t>
            </a:r>
            <a:r>
              <a:rPr sz="1400" b="1" spc="7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55" dirty="0">
                <a:solidFill>
                  <a:srgbClr val="333332"/>
                </a:solidFill>
                <a:latin typeface="Tahoma"/>
                <a:cs typeface="Tahoma"/>
              </a:rPr>
              <a:t>Fee</a:t>
            </a:r>
            <a:r>
              <a:rPr sz="1400" b="1" spc="7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333332"/>
                </a:solidFill>
                <a:latin typeface="Tahoma"/>
                <a:cs typeface="Tahoma"/>
              </a:rPr>
              <a:t>(Razor</a:t>
            </a:r>
            <a:r>
              <a:rPr sz="1400" b="1" spc="75" dirty="0">
                <a:solidFill>
                  <a:srgbClr val="333332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33332"/>
                </a:solidFill>
                <a:latin typeface="Tahoma"/>
                <a:cs typeface="Tahoma"/>
              </a:rPr>
              <a:t>Blade)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1119</Words>
  <Application>Microsoft Office PowerPoint</Application>
  <PresentationFormat>Custom</PresentationFormat>
  <Paragraphs>216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Black</vt:lpstr>
      <vt:lpstr>Arial MT</vt:lpstr>
      <vt:lpstr>Calibri</vt:lpstr>
      <vt:lpstr>Microsoft Sans Serif</vt:lpstr>
      <vt:lpstr>Tahoma</vt:lpstr>
      <vt:lpstr>Times New Roman</vt:lpstr>
      <vt:lpstr>Verdana</vt:lpstr>
      <vt:lpstr>Office Theme</vt:lpstr>
      <vt:lpstr>Brief about the Idea:</vt:lpstr>
      <vt:lpstr>Problem Data:</vt:lpstr>
      <vt:lpstr>Solution:</vt:lpstr>
      <vt:lpstr>List of features offered by the solution</vt:lpstr>
      <vt:lpstr>Process flow diagram or Use-case diagram</vt:lpstr>
      <vt:lpstr>Architecture diagram</vt:lpstr>
      <vt:lpstr>Snapshots of the prototype:</vt:lpstr>
      <vt:lpstr>Technology and Business Model</vt:lpstr>
      <vt:lpstr>Revenue Growth: 20% - 30% YoY</vt:lpstr>
      <vt:lpstr>Road Map: Business model: Razor Blade Subscription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Idea _ AWS AI for Bharat Hackathon.pptx</dc:title>
  <dc:creator>Ashish Srinivas</dc:creator>
  <cp:keywords>DAHO3q7S_ag,BAFNNZ_8tJQ</cp:keywords>
  <cp:lastModifiedBy>Lenovo</cp:lastModifiedBy>
  <cp:revision>2</cp:revision>
  <dcterms:created xsi:type="dcterms:W3CDTF">2026-08-06T06:57:29Z</dcterms:created>
  <dcterms:modified xsi:type="dcterms:W3CDTF">2026-08-06T06:58:35Z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Creator">
    <vt:lpwstr>Canva</vt:lpwstr>
  </property>
  <property fmtid="{D5CDD505-2E9C-101B-9397-08002B2CF9AE}" pid="5" name="LastSaved">
    <vt:filetime>2026-08-06T00:00:00Z</vt:filetime>
  </property>
  <property fmtid="{D5CDD505-2E9C-101B-9397-08002B2CF9AE}" pid="6" name="Producer">
    <vt:lpwstr>Canva</vt:lpwstr>
  </property>
</Properties>
</file>